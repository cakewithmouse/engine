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55d077d4624bb3" /><Relationship Type="http://schemas.openxmlformats.org/officeDocument/2006/relationships/extended-properties" Target="/docProps/app.xml" Id="R95ac74246c2f4534" /><Relationship Type="http://schemas.openxmlformats.org/officeDocument/2006/relationships/officeDocument" Target="/ppt/presentation.xml" Id="R3c50cf43495643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babc8ac3f4d04"/>
  </p:sldMasterIdLst>
  <p:notesMasterIdLst>
    <p:notesMasterId xmlns:r="http://schemas.openxmlformats.org/officeDocument/2006/relationships" r:id="Radf5d73a88bb4ac6"/>
  </p:notesMasterIdLst>
  <p:sldIdLst>
    <p:sldId xmlns:r="http://schemas.openxmlformats.org/officeDocument/2006/relationships" id="256" r:id="Rb145a891a9d04e64"/>
    <p:sldId xmlns:r="http://schemas.openxmlformats.org/officeDocument/2006/relationships" id="257" r:id="R60efc40557824d18"/>
    <p:sldId xmlns:r="http://schemas.openxmlformats.org/officeDocument/2006/relationships" id="258" r:id="Rfa5ecdb749244d50"/>
    <p:sldId xmlns:r="http://schemas.openxmlformats.org/officeDocument/2006/relationships" id="259" r:id="Rc3c5d77944c64429"/>
    <p:sldId xmlns:r="http://schemas.openxmlformats.org/officeDocument/2006/relationships" id="260" r:id="R0bc7ec5a63c54566"/>
    <p:sldId xmlns:r="http://schemas.openxmlformats.org/officeDocument/2006/relationships" id="261" r:id="Raa8d5c0083a54ea3"/>
    <p:sldId xmlns:r="http://schemas.openxmlformats.org/officeDocument/2006/relationships" id="262" r:id="R5b472246be534cc6"/>
    <p:sldId xmlns:r="http://schemas.openxmlformats.org/officeDocument/2006/relationships" id="263" r:id="R6f1c74b5f5494236"/>
    <p:sldId xmlns:r="http://schemas.openxmlformats.org/officeDocument/2006/relationships" id="264" r:id="R0b70632476c44823"/>
    <p:sldId xmlns:r="http://schemas.openxmlformats.org/officeDocument/2006/relationships" id="265" r:id="Rf67aa63414594ab2"/>
    <p:sldId xmlns:r="http://schemas.openxmlformats.org/officeDocument/2006/relationships" id="266" r:id="R53d68c3696254bff"/>
    <p:sldId xmlns:r="http://schemas.openxmlformats.org/officeDocument/2006/relationships" id="267" r:id="R9377cdc30b6b433e"/>
    <p:sldId xmlns:r="http://schemas.openxmlformats.org/officeDocument/2006/relationships" id="268" r:id="Rcc2ba58ece6444a5"/>
    <p:sldId xmlns:r="http://schemas.openxmlformats.org/officeDocument/2006/relationships" id="269" r:id="R86a0437eb9ed44a2"/>
    <p:sldId xmlns:r="http://schemas.openxmlformats.org/officeDocument/2006/relationships" id="270" r:id="Rc0779df2543948dd"/>
    <p:sldId xmlns:r="http://schemas.openxmlformats.org/officeDocument/2006/relationships" id="271" r:id="Rb223990978af407d"/>
    <p:sldId xmlns:r="http://schemas.openxmlformats.org/officeDocument/2006/relationships" id="272" r:id="Rf50cfb8b73c54b20"/>
    <p:sldId xmlns:r="http://schemas.openxmlformats.org/officeDocument/2006/relationships" id="273" r:id="R53ec5e2af6194b4a"/>
    <p:sldId xmlns:r="http://schemas.openxmlformats.org/officeDocument/2006/relationships" id="274" r:id="Rbb866c248dc1475a"/>
    <p:sldId xmlns:r="http://schemas.openxmlformats.org/officeDocument/2006/relationships" id="275" r:id="R09a183bae87c463b"/>
    <p:sldId xmlns:r="http://schemas.openxmlformats.org/officeDocument/2006/relationships" id="276" r:id="Rfe13bfda3cf24c36"/>
    <p:sldId xmlns:r="http://schemas.openxmlformats.org/officeDocument/2006/relationships" id="277" r:id="R4ca8037bb2194bcc"/>
    <p:sldId xmlns:r="http://schemas.openxmlformats.org/officeDocument/2006/relationships" id="278" r:id="R03f00f3bc54d46e9"/>
    <p:sldId xmlns:r="http://schemas.openxmlformats.org/officeDocument/2006/relationships" id="279" r:id="R5091655540464e98"/>
    <p:sldId xmlns:r="http://schemas.openxmlformats.org/officeDocument/2006/relationships" id="280" r:id="R5fb867ed1272471d"/>
    <p:sldId xmlns:r="http://schemas.openxmlformats.org/officeDocument/2006/relationships" id="281" r:id="Ra3bc9854b08b4a7e"/>
    <p:sldId xmlns:r="http://schemas.openxmlformats.org/officeDocument/2006/relationships" id="282" r:id="Red36e7eb4f804da6"/>
    <p:sldId xmlns:r="http://schemas.openxmlformats.org/officeDocument/2006/relationships" id="283" r:id="R5479a10b7cfd4de6"/>
    <p:sldId xmlns:r="http://schemas.openxmlformats.org/officeDocument/2006/relationships" id="284" r:id="Re5f71e5fc3444b5b"/>
    <p:sldId xmlns:r="http://schemas.openxmlformats.org/officeDocument/2006/relationships" id="285" r:id="R02e3d2eed4c1490d"/>
    <p:sldId xmlns:r="http://schemas.openxmlformats.org/officeDocument/2006/relationships" id="286" r:id="R366ed069e290463d"/>
    <p:sldId xmlns:r="http://schemas.openxmlformats.org/officeDocument/2006/relationships" id="287" r:id="R23a23a51c1b74bf0"/>
    <p:sldId xmlns:r="http://schemas.openxmlformats.org/officeDocument/2006/relationships" id="288" r:id="Rd216b38a48bc4e35"/>
    <p:sldId xmlns:r="http://schemas.openxmlformats.org/officeDocument/2006/relationships" id="289" r:id="R5def674d9e9b42b6"/>
    <p:sldId xmlns:r="http://schemas.openxmlformats.org/officeDocument/2006/relationships" id="290" r:id="R0502db3291fa4159"/>
    <p:sldId xmlns:r="http://schemas.openxmlformats.org/officeDocument/2006/relationships" id="291" r:id="R158ace0fbad44f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a3bdd807344626" /><Relationship Type="http://schemas.openxmlformats.org/officeDocument/2006/relationships/slideMaster" Target="/ppt/slideMasters/slideMaster1.xml" Id="R233babc8ac3f4d04" /><Relationship Type="http://schemas.openxmlformats.org/officeDocument/2006/relationships/notesMaster" Target="/ppt/notesMasters/notesMaster1.xml" Id="Radf5d73a88bb4ac6" /><Relationship Type="http://schemas.openxmlformats.org/officeDocument/2006/relationships/presProps" Target="/ppt/presProps.xml" Id="Rd84293cd09f54884" /><Relationship Type="http://schemas.openxmlformats.org/officeDocument/2006/relationships/tableStyles" Target="/ppt/tableStyles.xml" Id="R978ccc805bb247ab" /><Relationship Type="http://schemas.openxmlformats.org/officeDocument/2006/relationships/slide" Target="/ppt/slides/slide1.xml" Id="Rb145a891a9d04e64" /><Relationship Type="http://schemas.openxmlformats.org/officeDocument/2006/relationships/slide" Target="/ppt/slides/slide2.xml" Id="R60efc40557824d18" /><Relationship Type="http://schemas.openxmlformats.org/officeDocument/2006/relationships/slide" Target="/ppt/slides/slide3.xml" Id="Rfa5ecdb749244d50" /><Relationship Type="http://schemas.openxmlformats.org/officeDocument/2006/relationships/slide" Target="/ppt/slides/slide4.xml" Id="Rc3c5d77944c64429" /><Relationship Type="http://schemas.openxmlformats.org/officeDocument/2006/relationships/slide" Target="/ppt/slides/slide5.xml" Id="R0bc7ec5a63c54566" /><Relationship Type="http://schemas.openxmlformats.org/officeDocument/2006/relationships/slide" Target="/ppt/slides/slide6.xml" Id="Raa8d5c0083a54ea3" /><Relationship Type="http://schemas.openxmlformats.org/officeDocument/2006/relationships/slide" Target="/ppt/slides/slide7.xml" Id="R5b472246be534cc6" /><Relationship Type="http://schemas.openxmlformats.org/officeDocument/2006/relationships/slide" Target="/ppt/slides/slide8.xml" Id="R6f1c74b5f5494236" /><Relationship Type="http://schemas.openxmlformats.org/officeDocument/2006/relationships/slide" Target="/ppt/slides/slide9.xml" Id="R0b70632476c44823" /><Relationship Type="http://schemas.openxmlformats.org/officeDocument/2006/relationships/slide" Target="/ppt/slides/slide10.xml" Id="Rf67aa63414594ab2" /><Relationship Type="http://schemas.openxmlformats.org/officeDocument/2006/relationships/slide" Target="/ppt/slides/slide11.xml" Id="R53d68c3696254bff" /><Relationship Type="http://schemas.openxmlformats.org/officeDocument/2006/relationships/slide" Target="/ppt/slides/slide12.xml" Id="R9377cdc30b6b433e" /><Relationship Type="http://schemas.openxmlformats.org/officeDocument/2006/relationships/slide" Target="/ppt/slides/slide13.xml" Id="Rcc2ba58ece6444a5" /><Relationship Type="http://schemas.openxmlformats.org/officeDocument/2006/relationships/slide" Target="/ppt/slides/slide14.xml" Id="R86a0437eb9ed44a2" /><Relationship Type="http://schemas.openxmlformats.org/officeDocument/2006/relationships/slide" Target="/ppt/slides/slide15.xml" Id="Rc0779df2543948dd" /><Relationship Type="http://schemas.openxmlformats.org/officeDocument/2006/relationships/slide" Target="/ppt/slides/slide16.xml" Id="Rb223990978af407d" /><Relationship Type="http://schemas.openxmlformats.org/officeDocument/2006/relationships/slide" Target="/ppt/slides/slide17.xml" Id="Rf50cfb8b73c54b20" /><Relationship Type="http://schemas.openxmlformats.org/officeDocument/2006/relationships/slide" Target="/ppt/slides/slide18.xml" Id="R53ec5e2af6194b4a" /><Relationship Type="http://schemas.openxmlformats.org/officeDocument/2006/relationships/slide" Target="/ppt/slides/slide19.xml" Id="Rbb866c248dc1475a" /><Relationship Type="http://schemas.openxmlformats.org/officeDocument/2006/relationships/slide" Target="/ppt/slides/slide20.xml" Id="R09a183bae87c463b" /><Relationship Type="http://schemas.openxmlformats.org/officeDocument/2006/relationships/slide" Target="/ppt/slides/slide21.xml" Id="Rfe13bfda3cf24c36" /><Relationship Type="http://schemas.openxmlformats.org/officeDocument/2006/relationships/slide" Target="/ppt/slides/slide22.xml" Id="R4ca8037bb2194bcc" /><Relationship Type="http://schemas.openxmlformats.org/officeDocument/2006/relationships/slide" Target="/ppt/slides/slide23.xml" Id="R03f00f3bc54d46e9" /><Relationship Type="http://schemas.openxmlformats.org/officeDocument/2006/relationships/slide" Target="/ppt/slides/slide24.xml" Id="R5091655540464e98" /><Relationship Type="http://schemas.openxmlformats.org/officeDocument/2006/relationships/slide" Target="/ppt/slides/slide25.xml" Id="R5fb867ed1272471d" /><Relationship Type="http://schemas.openxmlformats.org/officeDocument/2006/relationships/slide" Target="/ppt/slides/slide26.xml" Id="Ra3bc9854b08b4a7e" /><Relationship Type="http://schemas.openxmlformats.org/officeDocument/2006/relationships/slide" Target="/ppt/slides/slide27.xml" Id="Red36e7eb4f804da6" /><Relationship Type="http://schemas.openxmlformats.org/officeDocument/2006/relationships/slide" Target="/ppt/slides/slide28.xml" Id="R5479a10b7cfd4de6" /><Relationship Type="http://schemas.openxmlformats.org/officeDocument/2006/relationships/slide" Target="/ppt/slides/slide29.xml" Id="Re5f71e5fc3444b5b" /><Relationship Type="http://schemas.openxmlformats.org/officeDocument/2006/relationships/slide" Target="/ppt/slides/slide30.xml" Id="R02e3d2eed4c1490d" /><Relationship Type="http://schemas.openxmlformats.org/officeDocument/2006/relationships/slide" Target="/ppt/slides/slide31.xml" Id="R366ed069e290463d" /><Relationship Type="http://schemas.openxmlformats.org/officeDocument/2006/relationships/slide" Target="/ppt/slides/slide32.xml" Id="R23a23a51c1b74bf0" /><Relationship Type="http://schemas.openxmlformats.org/officeDocument/2006/relationships/slide" Target="/ppt/slides/slide33.xml" Id="Rd216b38a48bc4e35" /><Relationship Type="http://schemas.openxmlformats.org/officeDocument/2006/relationships/slide" Target="/ppt/slides/slide34.xml" Id="R5def674d9e9b42b6" /><Relationship Type="http://schemas.openxmlformats.org/officeDocument/2006/relationships/slide" Target="/ppt/slides/slide35.xml" Id="R0502db3291fa4159" /><Relationship Type="http://schemas.openxmlformats.org/officeDocument/2006/relationships/slide" Target="/ppt/slides/slide36.xml" Id="R158ace0fbad44f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9bb7aeb16543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781bb44ed435d" /><Relationship Type="http://schemas.openxmlformats.org/officeDocument/2006/relationships/notesMaster" Target="/ppt/notesMasters/notesMaster1.xml" Id="Rf0673626625f4b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e58cc4155c4786" /><Relationship Type="http://schemas.openxmlformats.org/officeDocument/2006/relationships/notesMaster" Target="/ppt/notesMasters/notesMaster1.xml" Id="Re72ba93a0d7d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fb3362c7924553" /><Relationship Type="http://schemas.openxmlformats.org/officeDocument/2006/relationships/notesMaster" Target="/ppt/notesMasters/notesMaster1.xml" Id="R1c7a2d11f212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48f47d140b4ffe" /><Relationship Type="http://schemas.openxmlformats.org/officeDocument/2006/relationships/notesMaster" Target="/ppt/notesMasters/notesMaster1.xml" Id="Rc146785c3ce544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4789b3121c4a3b" /><Relationship Type="http://schemas.openxmlformats.org/officeDocument/2006/relationships/notesMaster" Target="/ppt/notesMasters/notesMaster1.xml" Id="R844b94cabd2941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8ad39d4234905" /><Relationship Type="http://schemas.openxmlformats.org/officeDocument/2006/relationships/notesMaster" Target="/ppt/notesMasters/notesMaster1.xml" Id="Rf359066a9d4f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8177d5cba64ee5" /><Relationship Type="http://schemas.openxmlformats.org/officeDocument/2006/relationships/notesMaster" Target="/ppt/notesMasters/notesMaster1.xml" Id="Recb0671e5ec4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d3180c951b4675" /><Relationship Type="http://schemas.openxmlformats.org/officeDocument/2006/relationships/notesMaster" Target="/ppt/notesMasters/notesMaster1.xml" Id="R28b6db91a1f947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675fd82a8d4810" /><Relationship Type="http://schemas.openxmlformats.org/officeDocument/2006/relationships/notesMaster" Target="/ppt/notesMasters/notesMaster1.xml" Id="R5ba540fca50b40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276b3a992947df" /><Relationship Type="http://schemas.openxmlformats.org/officeDocument/2006/relationships/notesMaster" Target="/ppt/notesMasters/notesMaster1.xml" Id="Raf809d8e33b944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707914876e4d94" /><Relationship Type="http://schemas.openxmlformats.org/officeDocument/2006/relationships/notesMaster" Target="/ppt/notesMasters/notesMaster1.xml" Id="Ra360ec0dbedb4e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227b85f53744a0" /><Relationship Type="http://schemas.openxmlformats.org/officeDocument/2006/relationships/notesMaster" Target="/ppt/notesMasters/notesMaster1.xml" Id="R4c9f6552974a4e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a4f274a44f4e88" /><Relationship Type="http://schemas.openxmlformats.org/officeDocument/2006/relationships/notesMaster" Target="/ppt/notesMasters/notesMaster1.xml" Id="Ra80690e0a40b4c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565858b86b42b3" /><Relationship Type="http://schemas.openxmlformats.org/officeDocument/2006/relationships/notesMaster" Target="/ppt/notesMasters/notesMaster1.xml" Id="R68749407c72744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9064fd0be84c4e" /><Relationship Type="http://schemas.openxmlformats.org/officeDocument/2006/relationships/notesMaster" Target="/ppt/notesMasters/notesMaster1.xml" Id="R0e83c864454343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872fd0973e45a0" /><Relationship Type="http://schemas.openxmlformats.org/officeDocument/2006/relationships/notesMaster" Target="/ppt/notesMasters/notesMaster1.xml" Id="Re334beb97ffb43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f6a1ea58f0452f" /><Relationship Type="http://schemas.openxmlformats.org/officeDocument/2006/relationships/notesMaster" Target="/ppt/notesMasters/notesMaster1.xml" Id="Rf507bf659b5146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f77badca694c2a" /><Relationship Type="http://schemas.openxmlformats.org/officeDocument/2006/relationships/notesMaster" Target="/ppt/notesMasters/notesMaster1.xml" Id="R495f941048c447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5329120afd4fe8" /><Relationship Type="http://schemas.openxmlformats.org/officeDocument/2006/relationships/notesMaster" Target="/ppt/notesMasters/notesMaster1.xml" Id="R032bd61dddb146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edd6ed56b640e1" /><Relationship Type="http://schemas.openxmlformats.org/officeDocument/2006/relationships/notesMaster" Target="/ppt/notesMasters/notesMaster1.xml" Id="R58a40415fc454c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3d93ea5a234f35" /><Relationship Type="http://schemas.openxmlformats.org/officeDocument/2006/relationships/notesMaster" Target="/ppt/notesMasters/notesMaster1.xml" Id="Rf65361a17d4a45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9884945b3a4665" /><Relationship Type="http://schemas.openxmlformats.org/officeDocument/2006/relationships/notesMaster" Target="/ppt/notesMasters/notesMaster1.xml" Id="R2191c2c9312c41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18b949c6a84fc1" /><Relationship Type="http://schemas.openxmlformats.org/officeDocument/2006/relationships/notesMaster" Target="/ppt/notesMasters/notesMaster1.xml" Id="R867681c5a6bd44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0e2b224d4e4a03" /><Relationship Type="http://schemas.openxmlformats.org/officeDocument/2006/relationships/notesMaster" Target="/ppt/notesMasters/notesMaster1.xml" Id="Rca2593effa814d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e0192039cdc410a" /><Relationship Type="http://schemas.openxmlformats.org/officeDocument/2006/relationships/notesMaster" Target="/ppt/notesMasters/notesMaster1.xml" Id="R581b36359a0f4e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19c670889041d7" /><Relationship Type="http://schemas.openxmlformats.org/officeDocument/2006/relationships/notesMaster" Target="/ppt/notesMasters/notesMaster1.xml" Id="R712af7f4dc5f41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fabc6f79bac45f5" /><Relationship Type="http://schemas.openxmlformats.org/officeDocument/2006/relationships/notesMaster" Target="/ppt/notesMasters/notesMaster1.xml" Id="Rc9a8f5227cf8412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1226c411354da7" /><Relationship Type="http://schemas.openxmlformats.org/officeDocument/2006/relationships/notesMaster" Target="/ppt/notesMasters/notesMaster1.xml" Id="R86f3e6469f824df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eb2ea22ac8c4c0e" /><Relationship Type="http://schemas.openxmlformats.org/officeDocument/2006/relationships/notesMaster" Target="/ppt/notesMasters/notesMaster1.xml" Id="Re85fee1d20114d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68fed2068444d43" /><Relationship Type="http://schemas.openxmlformats.org/officeDocument/2006/relationships/notesMaster" Target="/ppt/notesMasters/notesMaster1.xml" Id="Racb3706627434f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67fa98df73d4e51" /><Relationship Type="http://schemas.openxmlformats.org/officeDocument/2006/relationships/notesMaster" Target="/ppt/notesMasters/notesMaster1.xml" Id="Ree497199a2484ac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b6adad2c4884315" /><Relationship Type="http://schemas.openxmlformats.org/officeDocument/2006/relationships/notesMaster" Target="/ppt/notesMasters/notesMaster1.xml" Id="R1da079c8f3494b7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d50561d57f4014" /><Relationship Type="http://schemas.openxmlformats.org/officeDocument/2006/relationships/notesMaster" Target="/ppt/notesMasters/notesMaster1.xml" Id="Rafcb829419304c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d69d8f3317c42a3" /><Relationship Type="http://schemas.openxmlformats.org/officeDocument/2006/relationships/notesMaster" Target="/ppt/notesMasters/notesMaster1.xml" Id="R0868356e587940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e86c76f31fd4afc" /><Relationship Type="http://schemas.openxmlformats.org/officeDocument/2006/relationships/notesMaster" Target="/ppt/notesMasters/notesMaster1.xml" Id="R9bae5dee1e8648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d6e62f12e04593" /><Relationship Type="http://schemas.openxmlformats.org/officeDocument/2006/relationships/notesMaster" Target="/ppt/notesMasters/notesMaster1.xml" Id="Rbcf8166892bc4a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Редакция 4, 31.10.2026. Проверено по текущему рабочему дереву, включая незакоммиченные изменения 049–051. Новые снимки сделаны в настоящем редакторе 2026.10.31.2 с D3D viewport. Сохранены сокращения пользователя. Старые иллюстрации неизменившихся сценариев остаются из r2/r3; расположение разделов инспектора теперь сворачиваемое.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Engine/Version.json</a:t>
            </a:r>
          </a:p>
          <a:p xmlns:a="http://schemas.openxmlformats.org/drawingml/2006/main">
            <a:r>
              <a:t>Engine/docs/tutorial/examples/README.txt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снимок 2026.10.31.2: открытый учебный проект с двумя кубами. Выбран медленный куб. Снимок содержит настоящий D3D viewport.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реального окна 2026.10.31.2. Панель допускает dock/float и вложенные/табулированные области. Раскладка сохраняется при закрытии редактора.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изменения высоты тяните широкую серую границу над панелью; для перемещения — её заголовок или вкладку. Раскладка запоминается по проекту. Актуальный снимок меню «Вид».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родителя и ребёнка не удваивает преобразование. Старая DLL без Engine.Editor.Batch сохраняет одиночное выделение.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Editor/Source/SceneObjectsPanel.cpp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Импорт сначала копирует ресурс в Content. Сам импорт не добавляет объект в сцену. FBX/BLEND создают базовые материалы автоматически; прямой GLB/glTF/OBJ пока используют ручное назначение материала. Текстуру нужно импортировать до её назначения. Изменения сцены выполняются в Edit.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Editor/Source/AssetTools.cpp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FBX копирует внешние и извлекает встроенные цветовые изображения. BLEND преобразуется в GLB фоновым Blender; после импорта Blender для запуска проекта не нужен. Материалы всех мешей создаются, но объект пока использует один — материал первого меша. Изображение используется через BaseMap, поэтому поле отдельной текстуры объекта остаётся пустым. В примере на скриншоте BaseMap — импортированная зелёная картинка. Внешние изображения должны существовать, упакованные поддерживаются. Процедурные материалы предварительно запеките. Повторный импорт создаёт отдельную папку. Прямые GLB/glTF/OBJ не получают этот автоматический материал.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Переимпорт сохраняет /Game-путь, размещение и существующие .mat/.hlsl/.import.json. Перенос обновляет ссылки в сценах Content и .mat, но не пути в C++. Внутренние ресурсы модели отдельно не перемещаются. Резервные файлы: .painengine/AssetBackups. Восстановление вручную, не Undo ресурса. При старом модуле пересоберите новым SDK.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Engine/Source/Scene/AssetUpdate.cpp</a:t>
            </a:r>
          </a:p>
          <a:p xmlns:a="http://schemas.openxmlformats.org/drawingml/2006/main">
            <a:r>
              <a:t>Engine/docs/ASSET-UPDATES-AND-PROPERTIES.md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материал ещё не назначен, «Редактировать» создаёт .mat и .hlsl в Content/Materials. «Выбрать…» назначает готовый .mat; «Убрать» возвращает материал по умолчанию. Превью: сфера, куб или плоскость; мышь вращает камеру, колесо приближает. Смешивание: opaque, masked, translucent, additive; доступны unlit, two-sided и тени. Поля параметров отражаются из HLSL: MaterialParams/b1, Texture2D/t6 и далее. Ошибки компиляции появляются под кодом, двойной щелчок ведёт к строке. «Откатить» восстанавливает файлы с диска. Назначение материала меняется в Edit, параметры самого материала можно смотреть и в Play. Один .mat разделяется между использующими его объектами.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Editor/Source/MaterialEditorWindow.cpp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Engine/docs/MATERIALS.md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Engine/Include/Engine/Project/StandardTypes.h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персонажа и назначьте его в диалоге Play.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Начальные параметры диалога: расстояние 5, высота 2, чувствительность 0.005. Настройки сохраняются вместе со сценой.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Отдельный запуск: Запуск → Запустить отдельным окном.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Editor/Source/ViewportWidget.cpp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«Сохранить сцену» / Ctrl+S не меняет startupScene. «Сделать стартовой сценой» сохраняет текущую сцену и задаёт её в Project.json. Play использует текущую копию, отдельный запуск и экспорт — сохранённую стартовую сцену. Для переноса нужна вся папка проекта. Материалы сохраняйте в их собственных окнах. Восстановление сцены не включает несохранённый HLSL.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Engine/docs/SCENE-JSON.md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хранит отдельный снимок изменённой сцены, не перезаписывает основной файл и не включает несохранённые материалы/HLSL. Экспорт включает runtime, DLL и Content; Visual Studio получателю не нужна. Произвольные внешние файлы C++ автор должен перенести в Content. Проверка на чистой Windows остаётся отдельным шагом перед выпуском.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Editor/Include/RecoveryStore.h</a:t>
            </a:r>
          </a:p>
          <a:p xmlns:a="http://schemas.openxmlformats.org/drawingml/2006/main">
            <a:r>
              <a:t>Engine/Runtime/ProjectExport.h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Графического редактора переназначения всех действий сейчас нет. Привязки можно менять в C++ без замены обработчиков. Каталог поддерживает Component, Character как семейство компонента, Game и обычные Object через существующий адаптер. Класс Game выбирается отдельно для запуска, а компоненты и поддерживаемые Object появляются в палитре после сборки и перезапуска.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Editor/Source/CodeTools.cpp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ProjectGame не добавляет второй пример, если в сцене уже есть RotatingCube или его наследник. Подключение C++ не переписывает файл сохранённой сцены. Существующие C++ проекты не обновляются автоматически. В следующих двух слайдах оставлен минимальный вариант без интерфейса свойств. Полный отдельный PropertyTutorial содержит три пользовательских поля.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Engine/docs/tutorial/examples/ProjectGame.cpp</a:t>
            </a:r>
          </a:p>
          <a:p xmlns:a="http://schemas.openxmlformats.org/drawingml/2006/main">
            <a:r>
              <a:t>Engine/docs/tutorial/examples/RotatingCube.cpp</a:t>
            </a:r>
          </a:p>
          <a:p xmlns:a="http://schemas.openxmlformats.org/drawingml/2006/main">
            <a:r>
              <a:t>Engine/docs/tutorial/examples/RotatingCube.h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Engine/docs/tutorial/examples/RotatingCube.h</a:t>
            </a:r>
          </a:p>
          <a:p xmlns:a="http://schemas.openxmlformats.org/drawingml/2006/main">
            <a:r>
              <a:t>Engine/docs/tutorial/examples/RotatingCube.cpp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Минимальный учебный пример из examples. В актуальном шаблоне скорость хранится в speed_, а enabled_ включает вращение. Расширение с пользовательскими полями показано далее.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Engine/Source/Components/GameComponents.cpp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реального инспектора до изменения: скорость 45, вращение включено, яркость 0.50. Второй куб имеет 180°/с и яркость 1. Положение слева/справа зависит от камеры: выбирайте по имени в дереве. Разделы сворачиваются нажатием заголовка. Состояние запоминается по типу объекта. Исходники воспроизводимого проекта: Game/PropertyTutorial; Create.ps1 требует новый Destination, собранный runtime и SDK. Из архива исходников используйте файлы в существующем C++ проекте по инструкции.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Game/PropertyTutorial/OpenEditor.ps1</a:t>
            </a:r>
          </a:p>
          <a:p xmlns:a="http://schemas.openxmlformats.org/drawingml/2006/main">
            <a:r>
              <a:t>Game/PropertyTutorial/Create.ps1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Скорость применяется Tick в Play; яркость — SetColor в LoadProjectData уже в Edit. Диапазоны: скорость −720…720, яркость 0.1…1.0. Изменять поля нужно в Edit. Stop возвращает редакторскую сцену.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Наследование показано без регистрации, методов и полей для компактности; JSON ниже — элемент массива fields, не отдельный C++ блок. Полная DescribeEditorProperties возвращает R"json({"version":1,"fields":[...]})json". Другие типы: integer, bool, enum, object, asset, string.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Engine/Include/Engine/Components/EditorProperties.h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проверьте весь JSON, затем меняйте поля: ошибка не должна оставлять частично применённое состояние. Новое поле требует сборки / Hot Reload в Edit. Автоматического обхода C++ полей нет. Для ссылок на объекты требуется RemapProjectReferences. Версия данных — 1, новый brightness по умолчанию 1 при чтении прежних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Engine/docs/ASSET-UPDATES-AND-PROPERTIES.md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внутри AfterInitialize пользовательского Game. В полном приложенном ProjectGame.cpp есть includes, проверка отсутствия RotatingCube и подбор свободного имени.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Engine/Include/Engine/Scene/Scene.h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 создаётся из уже импортированного файла. BLEND после импорта становится GLB. Не отделяйте модель от .import.json, Materials и Textures: это единый переносимый набор. CreateModel(path, false) отключает автоматическое назначение материала. Имя объекта должно быть свободным.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Engine/Include/Engine/Scene/SceneAssets.h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импортируйте grid.png, создайте Wood.mat и убедитесь, что shader и BaseMap доступны. TrySetTexture проверяет изображение и сохраняет прежнюю текстуру при ошибке. ValidateMaterial проверяет файл материала, но не успешность компиляции HLSL. В редакторском коде Scene::SetTextureAsset/SetMaterialAsset также меняют ревизию сцены, но возвращают Busy во время обновления. SceneAssets::Apply без четвёртого аргумента сбрасывает материал: для его сохранения передайте object.GetMaterialAsset(). Функции AssignMaterial и AssignTexture приведены в ModelExample.cpp.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Engine/Include/Engine/Components/GameComponents.h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Engine/Source/Scene/Scene.cpp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Engine/docs/tutorial/examples/InputCube.h</a:t>
            </a:r>
          </a:p>
          <a:p xmlns:a="http://schemas.openxmlformats.org/drawingml/2006/main">
            <a:r>
              <a:t>Engine/Source/MainGame/BaseGameClass/Game.cpp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  <a:p xmlns:a="http://schemas.openxmlformats.org/drawingml/2006/main">
            <a:r>
              <a:t>Engine/Include/Engine/InputDevice/InputActions.h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фрагменты. Полная SpawnCube в приложенном InputCube.cpp получает сцену, подбирает уникальное имя и проверяет результат AddComponent. Пример рассчитан на один InputCube: клавиши R/N зарегистрированы в общем контексте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Привязки меняйте в потоке движка. Unbind сбрасывает активное действие и требует отпускания клавиш. Полный контракт в InputActions.h.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Engine/Include/Engine/InputDevice/InputActions.h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#include &lt;Engine/MainGame/CharacterController.h&gt;. В пользовательском Game объявите std::unique_ptr&lt;CharacterController&gt; CreateCharacterController() override; и реализуйте: std::unique_ptr&lt;CharacterController&gt; MyGame::CreateCharacterController() { return std::make_unique&lt;MyController&gt;(*this); }. Выберите MyGame через «Типы C++ проекта… → Выбрать Game». Персонажа по-прежнему назначьте в «Настроить Play…». Оставьте управление включённым, чтобы контроллер был активен. Здесь BindInput полностью заменяет стандартную схему, поэтому WASD и обзор ПКМ больше не зарегистрированы этим контроллером. При необходимости добавьте собственные оси, свой Tick и UpdateCamera. Character можно заменить через Possess.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Engine/Include/Engine/MainGame/CharacterController.h</a:t>
            </a:r>
          </a:p>
          <a:p xmlns:a="http://schemas.openxmlformats.org/drawingml/2006/main">
            <a:r>
              <a:t>Engine/Source/MainGame/CharacterController.cpp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Engine/docs/tutorial/examples/MyController.h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Автоматический диалог появляется при обычном запуске старого закреплённого проекта. «Обновить копию и запустить» показывает путь до подтверждения. «Открыть на прежней версии» доступно только при наличии runtime. После успешного перехода копия закреплена за новым выпуском. Для своего C++ проекта пересоберите DLL новым SDK и проверьте Edit/Play. На снимке r3 показано прежнее меню ручного обновления, не новый автоматический диалог. Текущая версия 2026.10.31.2.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Engine/docs/ENGINE-VERSIONS.md</a:t>
            </a:r>
          </a:p>
          <a:p xmlns:a="http://schemas.openxmlformats.org/drawingml/2006/main">
            <a:r>
              <a:t>Game/Launcher/Source/ProjectVersion.h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ошибке сборки смотрите первую ошибку в Console / CodeBuild.log. Предыдущая DLL сохраняется. При ошибке загрузки проверьте логи кандидата в Binaries. При недоступной указанной текстуре FBX/BLEND импорт отклоняется. Сложный Blender Base Color нужно запечь в изображение. Без цветовой картинки создаётся однотонный материал. Для Blender можно указать PAINENGINE_BLENDER — полный путь к blender.exe. При первом создании класса используйте корректный C++ идентификатор.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Engine/docs/MATERIALS.md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76ce4c4c54b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cfe86310e4b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98361bd8247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f5da1c62a42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b357eef0947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3d70f226b4e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B815D7-33F1-47D7-AF16-5E32D6FE5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84AB29-75AD-41DA-9553-833773C203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E9650A-D70C-4F63-8AE8-C8330E1D8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D5650-BF05-4550-A558-D4F0C0F6B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AB2086-74B3-4BB4-AD2A-414A0EE06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BFB635-DD28-4B2D-A727-920E1888F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7979DF-27D0-4EF2-B671-DA20F80A3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5DB8C8-F7F0-408C-8CC1-1911A6B11E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EB94E9-6961-45A3-9A35-FFBB2ABA1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E1257F-D56D-495E-99FC-62DA298821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11bea18a604aab" /><Relationship Type="http://schemas.openxmlformats.org/officeDocument/2006/relationships/slideLayout" Target="/ppt/slideLayouts/slideLayout1.xml" Id="R52adede741914211" /><Relationship Type="http://schemas.openxmlformats.org/officeDocument/2006/relationships/slideLayout" Target="/ppt/slideLayouts/slideLayout2.xml" Id="R3ec00d59243d4738" /><Relationship Type="http://schemas.openxmlformats.org/officeDocument/2006/relationships/slideLayout" Target="/ppt/slideLayouts/slideLayout3.xml" Id="R1b6408ede8f24943" /><Relationship Type="http://schemas.openxmlformats.org/officeDocument/2006/relationships/slideLayout" Target="/ppt/slideLayouts/slideLayout4.xml" Id="Rc86f8c47e5eb4c3e" /><Relationship Type="http://schemas.openxmlformats.org/officeDocument/2006/relationships/slideLayout" Target="/ppt/slideLayouts/slideLayout5.xml" Id="Rc141abe543e44f59" /><Relationship Type="http://schemas.openxmlformats.org/officeDocument/2006/relationships/slideLayout" Target="/ppt/slideLayouts/slideLayout6.xml" Id="R23856cc39d4c48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dede741914211"/>
    <p:sldLayoutId xmlns:r="http://schemas.openxmlformats.org/officeDocument/2006/relationships" id="2147483650" r:id="R3ec00d59243d4738"/>
    <p:sldLayoutId xmlns:r="http://schemas.openxmlformats.org/officeDocument/2006/relationships" id="2147483651" r:id="R1b6408ede8f24943"/>
    <p:sldLayoutId xmlns:r="http://schemas.openxmlformats.org/officeDocument/2006/relationships" id="2147483652" r:id="Rc86f8c47e5eb4c3e"/>
    <p:sldLayoutId xmlns:r="http://schemas.openxmlformats.org/officeDocument/2006/relationships" id="2147483653" r:id="Rc141abe543e44f59"/>
    <p:sldLayoutId xmlns:r="http://schemas.openxmlformats.org/officeDocument/2006/relationships" id="2147483654" r:id="R23856cc39d4c48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369083c684a78" /><Relationship Type="http://schemas.openxmlformats.org/officeDocument/2006/relationships/image" Target="/ppt/media/image.jpeg" Id="R6fcc7ca8a8c441ee" /><Relationship Type="http://schemas.openxmlformats.org/officeDocument/2006/relationships/notesSlide" Target="/ppt/notesSlides/notesSlide1.xml" Id="R85c261fdc5a3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eb1119a994986" /><Relationship Type="http://schemas.openxmlformats.org/officeDocument/2006/relationships/image" Target="/ppt/media/image2.jpeg" Id="R1ef38a0e54e547c1" /><Relationship Type="http://schemas.openxmlformats.org/officeDocument/2006/relationships/notesSlide" Target="/ppt/notesSlides/notesSlide2.xml" Id="R88b2e96d60d9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e6ff8b935473f" /><Relationship Type="http://schemas.openxmlformats.org/officeDocument/2006/relationships/image" Target="/ppt/media/image3.jpeg" Id="R32396b668f854a25" /><Relationship Type="http://schemas.openxmlformats.org/officeDocument/2006/relationships/notesSlide" Target="/ppt/notesSlides/notesSlide3.xml" Id="R6574c67171fc41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a8e7503b24271" /><Relationship Type="http://schemas.openxmlformats.org/officeDocument/2006/relationships/image" Target="/ppt/media/image.png" Id="Rbfa826ba75bd44a9" /><Relationship Type="http://schemas.openxmlformats.org/officeDocument/2006/relationships/notesSlide" Target="/ppt/notesSlides/notesSlide4.xml" Id="R95565f158f2d49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6e316ee88442b" /><Relationship Type="http://schemas.openxmlformats.org/officeDocument/2006/relationships/image" Target="/ppt/media/image4.jpeg" Id="Rf7bfe06342be4323" /><Relationship Type="http://schemas.openxmlformats.org/officeDocument/2006/relationships/notesSlide" Target="/ppt/notesSlides/notesSlide5.xml" Id="Re91cf18417e1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74a4e18504b5c" /><Relationship Type="http://schemas.openxmlformats.org/officeDocument/2006/relationships/image" Target="/ppt/media/image5.jpeg" Id="Rf0efa1eb58ca4ea0" /><Relationship Type="http://schemas.openxmlformats.org/officeDocument/2006/relationships/notesSlide" Target="/ppt/notesSlides/notesSlide6.xml" Id="Rff0d320d075944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1cfcaa4974925" /><Relationship Type="http://schemas.openxmlformats.org/officeDocument/2006/relationships/notesSlide" Target="/ppt/notesSlides/notesSlide7.xml" Id="Rfe669ebf642b4f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bd0a102e54a0d" /><Relationship Type="http://schemas.openxmlformats.org/officeDocument/2006/relationships/image" Target="/ppt/media/image6.jpeg" Id="Ra4907f5c66dc4be4" /><Relationship Type="http://schemas.openxmlformats.org/officeDocument/2006/relationships/notesSlide" Target="/ppt/notesSlides/notesSlide8.xml" Id="Rd45f46d1715f42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6333e05c24be7" /><Relationship Type="http://schemas.openxmlformats.org/officeDocument/2006/relationships/image" Target="/ppt/media/image7.jpeg" Id="R58b5746193bf4735" /><Relationship Type="http://schemas.openxmlformats.org/officeDocument/2006/relationships/notesSlide" Target="/ppt/notesSlides/notesSlide9.xml" Id="R67645ef94d7a41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4a26da9ab4571" /><Relationship Type="http://schemas.openxmlformats.org/officeDocument/2006/relationships/notesSlide" Target="/ppt/notesSlides/notesSlide10.xml" Id="Rd2d8ab265e974b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e1438553a45dd" /><Relationship Type="http://schemas.openxmlformats.org/officeDocument/2006/relationships/image" Target="/ppt/media/image8.jpeg" Id="R6a2a5e4901ca45ad" /><Relationship Type="http://schemas.openxmlformats.org/officeDocument/2006/relationships/notesSlide" Target="/ppt/notesSlides/notesSlide11.xml" Id="R8597af59793644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690934e124b9c" /><Relationship Type="http://schemas.openxmlformats.org/officeDocument/2006/relationships/image" Target="/ppt/media/image9.jpeg" Id="Re469a78409054536" /><Relationship Type="http://schemas.openxmlformats.org/officeDocument/2006/relationships/notesSlide" Target="/ppt/notesSlides/notesSlide12.xml" Id="R9853caf3e21e4d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4592560c74ea3" /><Relationship Type="http://schemas.openxmlformats.org/officeDocument/2006/relationships/image" Target="/ppt/media/image10.jpeg" Id="Rc40dfb9717c247f6" /><Relationship Type="http://schemas.openxmlformats.org/officeDocument/2006/relationships/notesSlide" Target="/ppt/notesSlides/notesSlide13.xml" Id="R1dc5a191cc3e49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7de9c142a4e14" /><Relationship Type="http://schemas.openxmlformats.org/officeDocument/2006/relationships/image" Target="/ppt/media/image11.jpeg" Id="Rddef5e30ff204325" /><Relationship Type="http://schemas.openxmlformats.org/officeDocument/2006/relationships/notesSlide" Target="/ppt/notesSlides/notesSlide14.xml" Id="R8753f4774b9c46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64f082ffd4e71" /><Relationship Type="http://schemas.openxmlformats.org/officeDocument/2006/relationships/image" Target="/ppt/media/image12.jpeg" Id="Rfd31853d16c0455a" /><Relationship Type="http://schemas.openxmlformats.org/officeDocument/2006/relationships/notesSlide" Target="/ppt/notesSlides/notesSlide15.xml" Id="R8ff89ee796c047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f97142f004186" /><Relationship Type="http://schemas.openxmlformats.org/officeDocument/2006/relationships/notesSlide" Target="/ppt/notesSlides/notesSlide16.xml" Id="R283feb8861cd4a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ba91db9c64b7b" /><Relationship Type="http://schemas.openxmlformats.org/officeDocument/2006/relationships/notesSlide" Target="/ppt/notesSlides/notesSlide17.xml" Id="R9c5de4c1c35c4e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7c06f137743fd" /><Relationship Type="http://schemas.openxmlformats.org/officeDocument/2006/relationships/notesSlide" Target="/ppt/notesSlides/notesSlide18.xml" Id="Rd3d4ce8d8a6344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75433223745a2" /><Relationship Type="http://schemas.openxmlformats.org/officeDocument/2006/relationships/image" Target="/ppt/media/image13.jpeg" Id="Re9bb128a60ad4be4" /><Relationship Type="http://schemas.openxmlformats.org/officeDocument/2006/relationships/notesSlide" Target="/ppt/notesSlides/notesSlide19.xml" Id="R294b045ce5b04b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3036069464ecf" /><Relationship Type="http://schemas.openxmlformats.org/officeDocument/2006/relationships/image" Target="/ppt/media/image14.jpeg" Id="R04e241f59bd941f7" /><Relationship Type="http://schemas.openxmlformats.org/officeDocument/2006/relationships/notesSlide" Target="/ppt/notesSlides/notesSlide20.xml" Id="R24129100466542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fc10792fb4c40" /><Relationship Type="http://schemas.openxmlformats.org/officeDocument/2006/relationships/notesSlide" Target="/ppt/notesSlides/notesSlide21.xml" Id="R3d24fa8a3d4e46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fabe50cf04792" /><Relationship Type="http://schemas.openxmlformats.org/officeDocument/2006/relationships/notesSlide" Target="/ppt/notesSlides/notesSlide22.xml" Id="R5631e44550e34f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1e1025e1c422f" /><Relationship Type="http://schemas.openxmlformats.org/officeDocument/2006/relationships/image" Target="/ppt/media/image2.png" Id="Rb4c8f9f23b4b493f" /><Relationship Type="http://schemas.openxmlformats.org/officeDocument/2006/relationships/notesSlide" Target="/ppt/notesSlides/notesSlide23.xml" Id="R5b831e5ff6a744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46632cd6641b3" /><Relationship Type="http://schemas.openxmlformats.org/officeDocument/2006/relationships/notesSlide" Target="/ppt/notesSlides/notesSlide24.xml" Id="Rccde1fe984c64c8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35ce93698465a" /><Relationship Type="http://schemas.openxmlformats.org/officeDocument/2006/relationships/notesSlide" Target="/ppt/notesSlides/notesSlide25.xml" Id="R878a226ef61541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5d88460534a81" /><Relationship Type="http://schemas.openxmlformats.org/officeDocument/2006/relationships/notesSlide" Target="/ppt/notesSlides/notesSlide26.xml" Id="Ra9f299fd4baf49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432f400884bec" /><Relationship Type="http://schemas.openxmlformats.org/officeDocument/2006/relationships/notesSlide" Target="/ppt/notesSlides/notesSlide27.xml" Id="R67514a99f8aa4ab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7dbc905e44126" /><Relationship Type="http://schemas.openxmlformats.org/officeDocument/2006/relationships/notesSlide" Target="/ppt/notesSlides/notesSlide28.xml" Id="Rde478f6211814a0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64c211a6f452c" /><Relationship Type="http://schemas.openxmlformats.org/officeDocument/2006/relationships/notesSlide" Target="/ppt/notesSlides/notesSlide29.xml" Id="R320724407932427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86a32c9394abe" /><Relationship Type="http://schemas.openxmlformats.org/officeDocument/2006/relationships/notesSlide" Target="/ppt/notesSlides/notesSlide30.xml" Id="R028741728bff46b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6f7cadb394c12" /><Relationship Type="http://schemas.openxmlformats.org/officeDocument/2006/relationships/notesSlide" Target="/ppt/notesSlides/notesSlide31.xml" Id="R86b4c9b7d5e644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e4b320c2d4a9a" /><Relationship Type="http://schemas.openxmlformats.org/officeDocument/2006/relationships/notesSlide" Target="/ppt/notesSlides/notesSlide32.xml" Id="Rdfba68e33b6544c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313ce17e04b07" /><Relationship Type="http://schemas.openxmlformats.org/officeDocument/2006/relationships/notesSlide" Target="/ppt/notesSlides/notesSlide33.xml" Id="R426ad9e0c89c41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dfee454924607" /><Relationship Type="http://schemas.openxmlformats.org/officeDocument/2006/relationships/notesSlide" Target="/ppt/notesSlides/notesSlide34.xml" Id="R29ea528c6ba24a4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846b633f843bd" /><Relationship Type="http://schemas.openxmlformats.org/officeDocument/2006/relationships/image" Target="/ppt/media/image15.jpeg" Id="R18d2790c84774fa7" /><Relationship Type="http://schemas.openxmlformats.org/officeDocument/2006/relationships/notesSlide" Target="/ppt/notesSlides/notesSlide35.xml" Id="R6e24332e4201438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1806ca3914013" /><Relationship Type="http://schemas.openxmlformats.org/officeDocument/2006/relationships/notesSlide" Target="/ppt/notesSlides/notesSlide36.xml" Id="R0135ee358209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83607-93E2-4C01-AA93-20E916F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C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174FC-8380-4E00-8824-8702871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3857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PainEngine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Практический туториал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F9235-00C6-47E6-A3F5-B3E91D8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Редактор, свойства объектов</a:t>
            </a:r>
          </a:p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и рабочие примеры C++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A61BA-F2D2-4DF3-A0D6-7579AD3C8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c7ca8a8c441ee"/>
          <a:stretch xmlns:a="http://schemas.openxmlformats.org/drawingml/2006/main"/>
        </p:blipFill>
        <p:spPr>
          <a:xfrm xmlns:a="http://schemas.openxmlformats.org/drawingml/2006/main">
            <a:off x="4857750" y="1294419"/>
            <a:ext cx="6953250" cy="40786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3F2AC-8D5F-4797-B1CE-2F944F83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6C5D1"/>
                </a:solidFill>
                <a:latin typeface="Arial"/>
                <a:ea typeface="Arial"/>
                <a:cs typeface="Arial"/>
              </a:rPr>
              <a:t>2026.10.31.2  /  31.10.2026</a:t>
            </a:r>
          </a:p>
        </p:txBody>
      </p:sp>
    </p:spTree>
    <p:extLst>
      <p:ext uri="{BB962C8B-B14F-4D97-AF65-F5344CB8AC3E}">
        <p14:creationId xmlns:p14="http://schemas.microsoft.com/office/powerpoint/2010/main" val="34578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8C45E-00FC-4314-89EA-796A5401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EE720-D98E-4C48-9448-26B62FBB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Первый проект в лаунчере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B389A-5B36-42A0-BE59-568D25A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4EDFC-5750-4F80-A4EE-231297397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38a0e54e547c1"/>
          <a:stretch xmlns:a="http://schemas.openxmlformats.org/drawingml/2006/main"/>
        </p:blipFill>
        <p:spPr>
          <a:xfrm xmlns:a="http://schemas.openxmlformats.org/drawingml/2006/main">
            <a:off x="4305300" y="1618205"/>
            <a:ext cx="7429500" cy="410736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9FC21-DA6B-4AA1-91EF-E0FA9BDE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Создать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DB89F-9C55-44C9-88E6-FA2870BF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папку и название. C++ можно включить сразу или использовать шаблон без кода.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C3A26-0C99-4DD3-BA2F-C9F5EDB3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Редактировать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10C18-74FD-48BC-B9E9-86AD9804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созданный проект в списке лаунчера и откройте редактор.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1BA77-2509-47B0-AEC8-84FF537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Флажок C++ создаёт исходники, включая RotatingCube. Нужны Visual Studio C++ tools и Windows SDK.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E32A2-C2D7-4699-BC94-BDBBDA3D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1001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AC6DB-D48B-4E08-A2A5-20B45EB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96042-114A-45FE-B903-9745445E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Окно редактора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49513-9D04-4AB7-93C3-F6F5053C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764E-B634-4070-AF23-3B0F1A48E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96b668f854a25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42D70-2179-4425-A0B3-77ED96EB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Слева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937B9-6E07-4D8B-AC8C-B07053D4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Каталог типов и объекты сцены. Выберите куб в дереве.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A8367-502F-41D5-9940-BCF3B5DD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Справа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E0C1D-6898-4E3E-8DE9-1985C95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Сворачиваемые разделы и поля выбранного объекта.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81806-6D76-4583-96CD-7F85F21C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Снизу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A555-5C6E-4CF0-9F8F-9C4F244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Ресурсы и код; рядом вкладка Console. Высоту можно менять.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3D1BD-93A7-4D35-990D-063BDAF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3411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E916-5181-4C39-A601-91C5A029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49AAF-BC13-4AFD-8AB4-5CEC905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Панель контента: высота и положение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42B9E-6180-401A-87E2-CBA55C6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1872-9B80-456F-AA53-C0DD3C88A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826ba75bd44a9"/>
          <a:stretch xmlns:a="http://schemas.openxmlformats.org/drawingml/2006/main"/>
        </p:blipFill>
        <p:spPr>
          <a:xfrm xmlns:a="http://schemas.openxmlformats.org/drawingml/2006/main">
            <a:off x="4305300" y="2528888"/>
            <a:ext cx="7429500" cy="228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9A887-6822-403F-B075-564A4CD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Изменить высоту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F548C-35A3-48AB-BBCE-41A3F7A9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Тяните широкую серую границу над «Ресурсы и код».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E53C9-A40E-4EF1-86FC-E2D9E68D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Переместить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DE238-465C-42C1-A822-37ABA19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Тяните заголовок или нижнюю вкладку панели.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82BE8-CE48-4D4C-9EC7-4587389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Запомнить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30C7B-47D7-4EF7-8E95-B4BA66B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Раскладка сохраняется отдельно для каждого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EEF1E-72DF-4BD6-B3B1-FBF6C7E7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Граница меняет размер; заголовок и вкладка меняют место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5FB22-75D0-4E58-BABE-2F00DF91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1267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1CAB5-0B64-43E1-AB97-5C5CB8E2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1DFD0-065D-4ADE-948F-1070AA50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Вернуть удобную раскладку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9EBB4-6D28-4661-93B5-41C227C0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2B345-1547-4193-9173-718838EAFA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fe06342be4323"/>
          <a:stretch xmlns:a="http://schemas.openxmlformats.org/drawingml/2006/main"/>
        </p:blipFill>
        <p:spPr>
          <a:xfrm xmlns:a="http://schemas.openxmlformats.org/drawingml/2006/main">
            <a:off x="4439983" y="1409700"/>
            <a:ext cx="7160135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0A3C7-771B-4FB6-96C7-0DFF332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Компактная панель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83025-3F1A-44E3-82CB-B4BC43D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Ресурсы: компактная панель. Освобождает место сцене.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33FB7-96C5-48B1-8357-7C64E6B4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6452E-EDA9-4C26-8AC8-B70D40E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Ресурсы: отдельное окно. Панель можно вынести.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51893-FD27-4761-BD32-EE25D5A8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Начать заново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E5994-6269-498E-BE80-2E03FD8E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Сбросить расположение панелей. Возвращает исходную схему.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E1F88-A9F3-4F86-ACD2-3479BDF6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Закрытую панель включите снова в меню «Вид».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77EB0-8379-4573-81B0-9DFC49B7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9083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A8E83-EDAB-452E-BC32-76E0370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548ED-5962-4AFC-9EA9-0A689B2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Камера и выделение в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4B6B8-499B-42D3-93E0-28799F7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C6361-35DA-4455-A0B7-FB9616146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fa1eb58ca4ea0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933FE-BBF8-4087-B123-2AA9328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6FBEA-E7F2-40DD-888C-3D3EE931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WASD; E / Q вверх и вниз. ПКМ + мышь для обзора, Shift для ускорения.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B5893-684D-4068-A2A7-1F7D8E9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7C5A3-7D62-4704-BC21-248672F7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ЛКМ — выбор; Tab — перебор; F — фокус; Esc — снять выбор.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0A77B-022B-4993-A78B-172AE4F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AE6F3-E5DE-408A-8AF0-753BB90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Стрелки и Page Up / Page Down. Точные значения вводятся в свойствах.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90FCF-0C7D-4F74-BE50-8CCD0807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Сначала щёлкните viewport. При вводе в текстовое поле горячие клавиши сцены не действуют.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90013-B161-4B5B-A859-6661E95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2955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DE8CA-E8E3-4DE8-BEC3-E5CA4FBB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57D7D-8809-4424-808B-41674735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Несколько объектов и привязки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DA9E9-6456-468B-A427-C0137492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Выбрать группу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04C5A-DE49-4AF1-8511-8689E53A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 / Shift + щелчок в дереве или viewport. Трансформации применяются ко всей группе.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1885B-E71C-43FC-ACBF-217888B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Переместить точно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C6873-DA3D-4237-AFAF-0C57703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Задайте шаг перемещения и угол на верхней панели. Ноль отключает привязку.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33BB0-90E6-4B56-BC8A-AA717ED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Отменить целиком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91E16-A80A-45B0-9D47-6F6E80B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Ctrl+D, удаление и перетаскивание работают как одна операция Undo.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582D7-622E-4482-B5F8-0750AD72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Остальные свойства относятся к активному объекту. Нужна актуальная DLL проекта.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FEE4-066A-4361-B600-5A04D380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9932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29F8-E87B-4773-95D4-3A33B21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6CB7C-3FCF-4BD4-9E29-987A9377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Импорт модели и текстуры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EE303-3628-425A-86A6-485AB623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783E-544D-4959-BCBC-7707CFA3E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07f5c66dc4be4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11F8A-3354-4129-97E7-77AF8F10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35796-FEB8-44B0-AC1E-0660054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Сцена → Ресурсы → Импорт модели… или Импорт текстуры…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80ABF-916F-4572-9BF7-EA3DF0B3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E9BA8-1C3C-4187-B712-E9B938C8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Дважды щёлкните модель в Content/Models, чтобы добавить её в сцену.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335E1-FE99-432F-941D-31890CF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0F6DF-6A40-46E6-A3E4-CA3E6BE3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Для отдельной текстуры: выберите объект и нажмите «Выбрать текстуру…».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B97A1-14C4-4426-B8FA-29B5DBB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Модели: GLB, glTF, OBJ, FBX, BLEND. Изображения: PNG, JPG, BMP, TGA.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E10CA-B3AA-43D9-BBD1-0A9AC68B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488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CE190-F328-4961-A1C3-CD430C7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FD973-0927-494E-AFEB-15FF179F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FBX / BLEND: модель сразу с материалом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23E45-90D0-4949-B24F-672CB32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20ADD-AFE0-4472-B047-8B6ED4EC1C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746193bf4735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EDB56-DA4B-471C-A346-6F4E40D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Что создаётся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7B27A-952E-4580-AC5D-86D7DA47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Модель, папки Materials и Textures, файл .import.json.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B8C71-14D4-4230-9C16-74173BA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При добавлении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A4088-BF9A-4D8B-825A-0B1034E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Материал назначится сам. BaseMap — текстура, Tint — базовый цвет.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2B64C-DA64-4F84-9A9B-2633B5C6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Blender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910D6-4D40-4970-BA1F-90D6124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Blender 4.2+. Переносится Image Texture из Base Color.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DE47E-47D8-4203-A3C5-7A075EFD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Базовый opaque-материал и UV0. Normal, roughness, metallic и сложный граф узлов не переносятся.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2AD8D-F903-492C-94B5-19B1FB7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3767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DBC72-A4DA-41EA-881B-9B44A217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12A5C-9E45-4E25-88EF-94B91F0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Обновить ресурс, сохранив сцену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7BD8A-042E-4C58-817D-FDCC7D0B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Переимпортировать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58CA8-6049-476B-9349-5B5D0DA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ПКМ по модели или текстуре → Переимпортировать… Укажите исходный файл.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D2F4-D990-4B70-8F75-BE3D7F72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Перенести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CDFF0-6A65-4D28-AD4D-E7AB443F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ПКМ → Переместить / переименовать… Задайте новый путь внутри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2270D-C70A-4FD4-801B-865F5AE4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Проверить и сохранить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EB242-C0A2-4CEB-BAC2-A59E175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Посмотрите сцену и сохраните её. История Undo очищается; файлы остаются в резервной копии.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70A8B-7E75-490C-B39F-A29C4017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Модель переносится всей папкой; имя главного файла сохраняется. Операции доступны в Edit.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4F41C-8FFC-4D84-BDA5-7CA4B0F6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5248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4B51B-5219-4090-BE31-E4B52216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D4AF8-AF3D-4FE4-9949-5CEF9CFF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Редактор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6B2E-EA3F-4EEC-9D39-7E7C18D5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E83B6-80F0-4741-94B7-A1FA1FBF3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a5e4901ca45ad"/>
          <a:stretch xmlns:a="http://schemas.openxmlformats.org/drawingml/2006/main"/>
        </p:blipFill>
        <p:spPr>
          <a:xfrm xmlns:a="http://schemas.openxmlformats.org/drawingml/2006/main">
            <a:off x="4586781" y="1409700"/>
            <a:ext cx="6866539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EA2F1-DE04-42D9-907F-806F990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884CA-C615-416D-B55B-4AE3FC8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Свойства → Материал → Редактировать или двойной щелчок по .mat.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52000-F13A-4076-8D92-559D0721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E87C9-E0C9-48D1-B7E7-1407B72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Слева — превью, Tint и BaseMap. Справа — код HLSL поверхности.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98807-85B7-4A25-8AB7-8113E3DA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Сохранить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54D19-BEFD-44E3-9298-E3DA8963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Параметры видны сразу. Ctrl+S в этом окне сохраняет .mat и применяет HLSL.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207B4-AF59-493F-804B-21C30A6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основного окна сохраняет сцену. F6 перечитывает материалы после внешних изменений.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BBCD5-B215-4B5F-B299-79BAEFD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0599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4B093-479E-40D5-9632-0A077FB7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A1B4-FEB4-4436-B781-DE532F5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Свет, частицы и небо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072F7-AF74-426B-8E04-1BFFBBA8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68E93-A0A7-4CEA-8F74-DECA19DAFE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9a78409054536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07367-29D9-4915-BF8C-7E5E329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Свет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98E13-FA40-415B-B426-0FA6519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источник. В свойствах задаются цвет, интенсивность и радиус.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3D074-A701-4F99-BA65-AC77A57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Частицы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3B0A9-8DAA-45FA-A5D3-73A3AB4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категории «Частицы» выберите искры или дым.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33AAA-7893-4B60-807E-739F6D81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Небо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0F774-4395-499B-85DE-68413339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«Окружение» → «Базовое небо».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7D859-8F79-4937-80C8-56291D6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Параметры выбранного типа находятся ниже трансформации в правой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3F0FE-A7FF-45D6-9821-D2B5B51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112829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CAE57-BD55-488A-B66C-4C4CBC74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7A79B-CD60-4021-994E-0483281F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Стандартный персонаж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23792-F5B7-42CE-A093-E99CBE7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4E142-AAED-4365-B841-317EBF7E0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dfb9717c247f6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5481C-E900-46F5-ACFD-9843A2C5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78DDA-85F6-48A5-92AD-5FE8A917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«Персонажи» → «Персонаж» → «Добавить объект».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17DC0-2DDF-4AAE-90D9-872C9886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Управление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0B507-4342-4F1A-B6A3-B6C42D72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персонажа в настройках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B97A9-00A3-408B-BB57-68EF6E7E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5804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11D68-DCE9-4ED7-A826-15E2909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6FF9F-20D8-4396-B22C-8D86225E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Назначение для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1E5C1-3934-40CD-85E2-5D9EE94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482AE-9F16-4066-AF08-D0AD7B5200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f5e30ff204325"/>
          <a:stretch xmlns:a="http://schemas.openxmlformats.org/drawingml/2006/main"/>
        </p:blipFill>
        <p:spPr>
          <a:xfrm xmlns:a="http://schemas.openxmlformats.org/drawingml/2006/main">
            <a:off x="5382036" y="1409700"/>
            <a:ext cx="5276028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A0F2C-3E04-4DDD-8962-4DAA278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Персонаж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64A93-DE01-4A80-BD10-122C7AC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объект сцены в первом поле.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BACBC-9D69-4158-A7AD-F640F737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3B129-2FFC-4F2C-B30D-5D21DBF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«Следовать за персонажем» или отдельная «Камера Play».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028C6-B928-4175-B6D1-38098D0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Ввод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016BA-947A-4BDD-86D5-F39DEBDC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Включите WASD и обзор с ПКМ. Затем щёлкните viewport в 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A2140-52C4-4757-BE4D-1FDF29C2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Запуск → Настроить Play…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E4D90-8F4E-4E11-B612-65DFE1AF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76169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AE636-ADBE-4B9F-AEBD-F3E26685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8D13C-08C2-4F15-B5E6-23388EF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Edit, Play, Pause и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C43A9-5CDB-4F2F-81E1-3B8B28C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DD077-D6A6-4437-BC75-F9702276A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1853d16c0455a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83274-C772-4628-9509-4E9BDB6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Play /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D3078-1C12-41C7-87EB-5F7EFAA2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Play запускает копию сцены. Pause / Resume — пауза и продолжение.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100D-05E7-4968-A8DB-3FDE5E5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77852-1C46-4810-9FF1-5635267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Возвращает рабочую сцену и камеру Edit.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736A4-163F-45C6-B464-C3B85227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21887-89EA-49AB-95B8-36DCBE2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Отдельный запуск использует сохранённые файлы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8D15C-0A48-4DC1-9BDA-9F61EC6C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viewport: Space — Play / Stop, P — Pause / Resume.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FE9D7-46AB-4D1F-B2A2-69F4E759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4971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34074-C494-48B8-A01E-F90DB36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7B21-C347-4626-AE06-C114B707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Сохранение и структура проекта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EBD43-97D3-49B6-8216-0B2F47ADC772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Файл / папка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Project.json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Пути к модулю, Content и стартовой сцене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Engine.lock.json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Закреплённая версия и конфигурация движка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Content/Scenes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Сцены с объектами, трансформациями и настройками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Content/Models, Textures, Materials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изображения, файлы .mat и .hlsl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Source и Build.ps1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Код и запуск сборки C++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Binaries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Собранные версии DLL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ECC79-FBEC-4719-AA3F-7713280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сохраняет сцену. Стартовая сцена назначается отдельно: Сцена → Сделать стартовой сценой.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B3E5C-D457-41C4-96E1-B97A8DA3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2788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8D8AD-5618-4D81-86E2-527506A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668EA-D83E-4D97-A689-199BBAC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Восстановление и передача игры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BBB56-9A92-4F69-B115-F8BE531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После сбоя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89DA3-DB1C-49DF-AB60-C76E071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При открытии восстановите предложенную копию сцены. Затем сохраните её через «Сохранить как…».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FF1BC-E0BA-42B6-AD50-9E9C4576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Перед экспортом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2AE39-6D8E-4863-AE87-75F3646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стартовую сцену и сохраните материалы. Выберите «Экспорт игры…».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ECF77-F8B4-4D85-9F0A-4C46FCC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Передать папку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2E347-1A51-4289-A5D0-E1962D5C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Укажите новую папку вне проекта. Запуск у получателя — через Start.cmd.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8142E-EB4D-450A-8D2A-853D966D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Снимок сцены создаётся каждые 30 секунд. Экспорт доступен из Release-редактора.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F4AA1-601C-4286-BD90-A2A69AF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311318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E202F-6FEA-420E-9EAD-7B39961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7388D-949B-4AC8-BBD7-E20FBC90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Граница между редактором и C++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91D6B-4F1B-4369-9E82-B3AEFDCA9FDF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810000"/>
                <a:gridCol w="4591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кода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Через SDK / C++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Сцена и оформление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материалы, свет, эффекты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Свои компоненты и данные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 для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Character и поведение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Камера Play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Слежение или отдельная камера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UpdateCamera / SceneCamera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Стандартные WASD и ПКМ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Действия, сочетания, обработчики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Свойства объектов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Настройка объявленных полей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Описание полей и поведения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7C2D4-8960-4874-8341-CB8D2AD2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Контроллер создаётся игрой и не является отдельным добавляемым объектом сцены.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07B93-E45D-4126-A2C5-0919515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71689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3FA55-F193-4530-881E-2E77BB18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5C917-7EDB-403A-8416-8A7548C4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Создание C++ класса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27FF3-214A-439B-B739-411164F1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EF648-78FC-4D5B-803C-9EC7599A9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b128a60ad4be4"/>
          <a:stretch xmlns:a="http://schemas.openxmlformats.org/drawingml/2006/main"/>
        </p:blipFill>
        <p:spPr>
          <a:xfrm xmlns:a="http://schemas.openxmlformats.org/drawingml/2006/main">
            <a:off x="4305300" y="1437750"/>
            <a:ext cx="7429500" cy="446827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B3A8C-0C19-42A5-BB44-56E218D2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Мастер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AE3D2-2101-4DBB-8E1C-D32FFC46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Проект → C++ → Добавить C++ класс… Выберите родителя и задайте имя.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BB65B-C64C-4097-8461-CF62DA80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Исходники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56A82-CDA3-4F61-9B12-3D9220EA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Мастер создаёт Source/Имя.h и Source/Имя.cpp.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0003D-EF10-47AA-8CCD-6DE07E7A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09A55-408B-466C-B102-F855F3E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Ctrl+Alt+R — сборка и Hot Reload. Выполняйте в Edit.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428B5-620C-4DD2-BAF4-1635920E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Для имени класса: латиница, цифры и _. Начинайте с буквы или _.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C2DA4-8DFA-48A4-B175-B621119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679979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15AA9-F9F6-4654-8229-0C4BE73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3FF20-65C1-49DA-9ECD-E8A87E7A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Базовый C++ проект: вращающийся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7891D-EDCA-4DC8-94C8-3789424D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29DD2-AA45-4F77-A3FD-93496DB28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41f59bd941f7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8B682-74AD-42A8-A6B0-96308542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Готовый пример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B2283-D66C-4998-A2F1-52F7EDA9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RotatingCube.h/.cpp создаются вместе с C++ проектом.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74D67-7288-4A5C-8D3E-ED958228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F306B-6F35-4AD1-A6E0-79B44AD5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ProjectGame добавляет куб при Play или отдельном запуске.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4FA0C-D61B-44BD-851F-8FA2C718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975F6-28E8-4E6D-B328-DF1C4C3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«Классы проекта» → RotatingCube и добавьте объект.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609F7-3507-4482-B348-ABD49330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 умолчанию 90°/с; новый шаблон даёт поля Speed и Enabled в Behavior → Rotation.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2B2B0-7FAA-43D5-9BE2-88FAF63E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02936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3E7A3-6D16-4F82-B760-76FC722C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36C8-936A-4339-BE98-685F51AC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RotatingCube: минимальный класс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1B36-C205-46FC-8D6E-904318C7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3CB3-DBDD-4973-A9DE-3451BBF7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Source/RotatingCube.h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&lt;Engine/Components/ComponentAnnotations.h&gt;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&lt;Engine/Components/SpecificComponents/CubeComponent.h&gt;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ENGINE_COMPONENT("RotatingCube")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 {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RotatingCube();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Source/RotatingCube.cpp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RotatingCube::RotatingCube() {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InitCube();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SetColor({1.0f, 0.65f, 0.2f, 1.0f});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A6ED4-E1BB-43A6-8836-096D3E98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ENGINE_COMPONENT добавляет класс в каталог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InitCube создаёт геометрию.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Конструктор задаёт исходный вид.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FD23D-64A5-4DB3-8CC8-EAA1E95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841435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F2E30-6B23-441B-B5BE-A88F89B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FE352-3FD1-4609-A39E-627CE1A2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Вращение на месте в Tick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D3098-B6BC-41FD-98D7-F4E7371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0AE43-E811-470A-A096-E5A8E27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&lt;cmath&gt;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RotatingCube::Tick(float deltaTime)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CubeComponent::Tick(deltaTime);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 rotation = GetRotation();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rotation.y = std::fmod(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rotation.y + 90.0f * deltaTime, 360.0f);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SetRotation(rotation);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F469B-EA21-49FA-9E3F-53FD4F42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SetRotation принимает градусы.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deltaTime — время шага в секундах.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Позицию не меняем, поэтому куб вращается на месте.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8C227-764F-4988-9544-54174BE8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 ProjectGame: SetSimulationTimeScale(1.0f). Полный оборот — четыре секунды.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41B81-479D-473C-86DD-E61EE498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261569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ADBA0-231C-4E62-A310-A5C8F85A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C58A8-4465-4140-9F0B-A86288C9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Практика: два куба, один класс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B4030-5BB8-4323-837D-90FD8F88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5D4A9-DE29-4392-A21E-3EEE220353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8f9f23b4b493f"/>
          <a:stretch xmlns:a="http://schemas.openxmlformats.org/drawingml/2006/main"/>
        </p:blipFill>
        <p:spPr>
          <a:xfrm xmlns:a="http://schemas.openxmlformats.org/drawingml/2006/main">
            <a:off x="5826414" y="1409700"/>
            <a:ext cx="438727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D9B15-B674-4662-8AAB-F1580936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1580F-8104-4AEC-8DBF-675529A5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Папка «Туториал-Свойства» → «Открыть редактор.cmd».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788CF-3E9C-4711-880F-E707F95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Найти поля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DB3E4-70D7-4332-A4EB-5402C4A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«Медленный куб…». Раскройте «Свойства туториала».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E04B7-595D-4B28-9D84-FFE3C91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Изменить скорость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46A1A-0DBE-42EC-8149-AFEA314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разделе «Вращение»: 45 → 360, Enter. Play покажет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7266E-9C35-4F67-97C7-78D6BDF5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Готовый проект: O:/Engine/Проекты/Туториал-Свойства. Каждый куб хранит свои значения.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74DF3-536A-45EF-A24F-7E0E704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620952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2329A-5F93-497A-B352-229A23F6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25DA4-44D1-4BC8-988C-84812E6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Проверьте пользовательские свойства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4A4AA-248E-45F0-B80E-989172B1C544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 в Edit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Ожидаемый результат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Скорость: 45 → 360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Play полный оборот за одну секунду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Скорость: отрицательное число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следующем Play обратное направление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Снять «Вращение включено»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Play выбранный куб стоит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Яркость куба: 1 → 0,2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Цвет меняется сразу, без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Отменить / Повторить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Возвращается прежнее / новое 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 открыть сцену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Сохраняются отдельные настройки обоих кубов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B644D-2726-4EF3-8496-7946A3A2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После проверки нажмите Stop. Для изменения уже объявленного поля пересборка не нужна.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F722A-56AF-4111-8D91-8E3DC5C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098340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0A4C9-9CD4-4A82-96A2-A45F36DA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5983A-A41F-42AB-90E0-83E3602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Как поле появляется в инспекторе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9F79B-4127-4271-82CB-F41DFD1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38BA0-4332-4F17-B980-D23BC49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RotatingCube.h: дополнительный интерфейс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&lt;Engine/Components/EditorProperties.h&gt;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     public EditorPropertyProvider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Остальные объявления — в полном примере.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DescribeEditorProperties(): один элемент fields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 "path": "/speed", "type": "number",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"label": "Скорость, °/с",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"group": "Свойства туториала/Вращение",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"min": -720, "max": 720, "step": 15,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"decimals": 1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FF10F-8635-4C0F-BED6-64FA35C1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path связывает поле с ключом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group задаёт вложенные сворачиваемые разделы.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Схема возвращается строкой JSON: version: 1 и массив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E4AF5-708E-4CB3-B7E4-A351E1BF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Фрагменты сокращены. Полный класс: Game/PropertyTutorial/Source/RotatingCube.h/.cpp.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39159-2695-4661-9A06-35785BE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377643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A2EA2-08CE-4141-81DD-86561D7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A1722-2603-4593-A62B-F3300BA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Своё поле: данные → вид → поведение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A8DE9-20A9-4113-9986-21C4BCE5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Хранить и сохранять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70142-8F26-4A81-BAB1-51702749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поле класса. SaveProjectData записывает его; LoadProjectData читает и проверяет значения.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AC624-E687-48CF-9EE7-9DDE17B5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Описать интерфейс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D677E-5046-4B57-B865-B3144ED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элемент fields в DescribeEditorProperties: path, тип, название и группу.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FA907-A475-48FF-847C-C3CEA1BF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Использовать значение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ADF06-F539-4CC3-ADF9-646FD41B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Tick меняйте поведение; в LoadProjectData — внешний вид. Затем соберите и проверьте Undo, Save и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10D75-7326-43CC-A5FE-6BA6BE54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примере speed_ и enabled_ используются в Tick, brightness_ применяется к цвету сразу.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81BC4-7BCF-4398-9DBC-75326F1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332470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F3D8B-EFE7-40E7-8AAB-753B4E9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F731A-7EE7-4919-A67F-B24DE15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Создание объекта в мире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5DEEA-AE97-4DF0-9E5C-807BDF56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309AB-252A-48F0-A940-1F1AF21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ProjectGame::AfterInitialize()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Game::AfterInitialize();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SetSimulationTimeScale(1.0f);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auto&amp; scene = GetScene();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cube-&gt;SetPosition({2.0f, 1.0f,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"MyCube", cube, "RotatingCube");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BD2E8-B71C-492F-8179-1CA4E06E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Подключите RotatingCube.h и &lt;stdexcept&gt;.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Сцена получает владение объектом.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Имя должно быть уникальным. Во время обновления добавление может быть отложено.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B3A11-D3D5-421B-AA54-8ED3CACA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Полный ProjectGame.cpp дополнительно проверяет, что куб ещё не добавлен.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88687-945D-4489-B322-6F1780DA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763289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F4F73-7041-4BAF-B935-BF2911C6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3F940-131C-42DA-AD58-17A75B30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Импортированная модель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C0075-2FBE-49E0-A6C8-432EC24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23A36-85DE-40D7-A2B9-E21826C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&lt;Engine/Scene/SceneAssets.h&gt;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Файл уже импортирован через редактор.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 model = SceneAssets::CreateModel(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"/Game/Models/blend-packed/blend-packed.glb");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model-&gt;SetPosition({-2.0f, 0.0f,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game.GetScene().AddComponent(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"MyModel", model, SceneAssets::ModelType);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model");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FB50B-AD8E-45B8-887C-E7A5C13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/Game — папка Content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CreateModel читает .import.json и назначает материал, созданный при импорте FBX/BLEND.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Подставьте путь вашей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31E38-0CAB-432C-B9BF-D93D55B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Полная функция в ModelExample.h/.cpp: SpawnModel(game, "MyModel", путь_модели).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DD135-3BC8-4F78-BE3C-95FFD667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335685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B0D7C-8E2E-4CE8-ADAA-BFC9BB04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5E49C-6B81-4E35-AC38-9325E16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Материал и текстура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920E3-19E2-46D6-AD62-B9ED8D32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95E74-932E-4516-B25B-CAB45B7F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object — GameComponent&amp;, ресурс уже в Content.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std::string material = "/Game/Materials/Wood.mat";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SceneAssets::ValidateMaterial(material);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(!object.SetMaterialAsset(material))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std::runtime_error("Material unsupported");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Отдельная текстура объекта: материал сохраняется.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(!object.TrySetTexture("/Game/Textures/grid.png"))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set texture");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Убрать отдельную текстуру, оставив материал: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object.TrySetTexture("");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20FCA-9EC4-4735-A78F-5C0947F6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BaseMap меняйте в редакторе материала.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Отдельная текстура объекта дополнительно умножает его цвет.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SetMaterialAsset назначает ссылку; шейдер компилируется при отрисовке.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A51B8-BEDC-41DB-B410-2D542D6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Для новой геометрии используйте CreateModel. TrySetTexture меняет изображение, а не модель.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9F905-5335-49DE-AE8C-1DCA27B2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682976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C42F4-1E37-477C-AC68-E4C3B808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983A7-A383-4904-8C7D-8D2D28BF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Ввод: поля и жизненный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0B7CA-6F9B-4143-BF6C-93234C43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69DC3-F33D-4D3A-B420-51B6E33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Source/InputCube.h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&lt;Engine/InputDevice/InputActions.h&gt;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ENGINE_COMPONENT("InputCube")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InputCube : public RotatingCube {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BeginPlay()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private: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bool spinning_ = true;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unsigned nextCube_ = 1;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Input::Connection toggle_, spawn_;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Input::Scope inputScope_;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SpawnCube();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339B6-E478-4FAC-9EC1-CC89BA91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BeginPlay вызывается перед первым игровым вводом и Tick.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Connection нужно 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Scope объявлен последним из полей: он отключит обработчики до разрушения их состояния.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19DA-B744-43C0-BDA0-04F469C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Скопируйте InputCube.h/.cpp из примеров в Source и добавьте один InputCube в сцену после сборки.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446CB-DBA4-4B2A-955D-BB9E461B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110347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8B308-4C54-49B3-9DAC-750454A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BB39B-FEA4-4DCD-81AE-06B0A2D2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R: остановить вращение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CBB9A-7056-4B23-9E1B-ED7BC35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12C74-C54F-413C-A248-AADEE0E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RotatingCube::BeginPlay();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auto&amp; input = GetGame()-&gt;GetInput();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input.Bind({"ToggleRotation",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{Keys::R}});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toggle_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[this](const Input::Event&amp;)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spinning_ = !spinning_;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Здесь же добавьте привязку N со следующего слайда.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31874-4431-43DA-A70C-E2F782B9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 переключает вращение один раз на нажатие.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Tick: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RotatingCube::Tick(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  spinning_ ? deltaTime : 0.0f);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После Play щёлкните viewport.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2B78F-DFC1-4F9C-B3C3-A13C1CE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Контекст Game получает ввод в сфокусированном viewport в Play; Pause и потеря фокуса сбрасывают действия.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0EB57-77EC-4003-9F27-EEE7AF8E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607201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2CD22-1C27-4292-9F60-CA7737A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259FE-B6F7-4E5B-A868-0CAE4EC2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N: создать новый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B3CE3-0510-49EB-8D13-5A1C8347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6AFA6-D87D-4262-8C77-8A0BEEC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Продолжение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{Keys::N}});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spawn_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[this](const Input::Event&amp;) { SpawnCube();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InputCube::SpawnCube()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cube-&gt;SetPosition(GetLocalPosition() +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glm::vec3(2.0f * number, 0, 0));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name, cube, "RotatingCube");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AF34B-F691-4E46-8BF7-ECF9E16D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SpawnCube получает GetGame()-&gt;GetScene().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number — счётчик, name — свободное имя SpawnedCubeN.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полном файле проверяются имя и результат добавления.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0D312-F3DD-4ED3-A990-BE623A78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Новый куб появляется в копии Play. После Stop он исчезает вместе с этой копией.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B29C-5984-4C9B-A11D-B048E9C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198150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FE134-A355-469B-B7B8-4B34F01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A5D0F-45DC-47B9-9D89-F77199C6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Сочетания и переназначение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042ED-F471-4F84-9BE3-9A845B7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77219-4A4E-46CD-9090-78C69126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BeginPlay после привязки ToggleRotation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input.Unbind(Input::Context::Game, "ToggleRotation");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input.Bind({"ToggleRotation",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{Keys::Control, Keys::R}});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Две привязки одной оси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{Keys::D}, 1});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{Keys::A}, -1});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03987-AD4B-4638-A03A-E22DB42D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Обработчик ToggleRotation остаётся прежним.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Ctrl + R — одновременное удержание клавиш.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MoveX подпишитесь на Phase::Axis и читайте e.value. A + D даёт ноль.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7EA6C-4EA2-4276-9BAB-DF5EEA13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512330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C5907-5183-4FF8-A3FC-75F6DED6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DD20-99B9-4B1C-9932-9C8F0D01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Своя схема управления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75122-4437-430C-93B5-1C993C7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999B2-E327-4B30-8D5D-32E7F00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MyController : public CharacterController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using CharacterController::CharacterController;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BindInput() override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game_.GetInput().Bind({"Go",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Input::Context::Game, {Keys::I}});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connections_.push_back(game_.GetInput().Subscribe(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inputScope_, Input::Context::Game, 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Input::Phase::Axis,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[this](const Input::Event&amp; e)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forward_ = e.value;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}));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9A4B8-554A-46D0-B3E7-984BFCC5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 задаёт движение вперёд и заменяет стандартные привязки.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Game выбирает контроллер в методе фабрики. Пример — в README.txt.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своей камеры переопределите UpdateCamera().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7E9D6-4BDF-4296-B5BB-B0297F0A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Выберите MyGame: Проект → C++ → Типы C++ проекта…; персонажа назначьте в настройках 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A6CB9-237F-41CF-96F3-FF742B7C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387267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7781D-3141-4860-B995-0E12198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1F657-B2F5-4CF3-A914-DF729034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Обновление движка и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BED57-FC90-4F97-8205-09114E8B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5962F-BBC3-4DD0-A690-9DD6C6B2A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2790c84774fa7"/>
          <a:stretch xmlns:a="http://schemas.openxmlformats.org/drawingml/2006/main"/>
        </p:blipFill>
        <p:spPr>
          <a:xfrm xmlns:a="http://schemas.openxmlformats.org/drawingml/2006/main">
            <a:off x="4799918" y="1409700"/>
            <a:ext cx="644026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8550E-EA2C-4FB3-915F-C602BCD9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Обычный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A42E1-CF49-4262-8157-1AD30B6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Нажмите «Играть» или «Редактировать» у старого проекта.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1EFD0-8E95-458C-A334-4E03C39C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47354-B6DA-45A5-89F4-999B4F4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Лаунчер покажет версии и предложит обновить копию проекта.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3FA33-CEDD-4D74-9E66-4BE5D11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EBFD8-CD5C-4448-AA71-A8B83B1C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Можно открыть исходник на прежней установленной версии или отменить.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F3CA3-8B73-4A95-8A32-ECF4179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Обновление сохраняет исходную папку. Меню на снимке — ручной способ: «Обновить копию проекта…».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3E907-281D-4D10-82D4-A92597F0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8315331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0A6C5-7DFB-4A44-BB49-C73D9FD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CC624-6BAF-4CAE-A9E3-F6E0DCA7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Частые вопросы при первом запуске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28D65-4361-44D2-A404-9B317112A874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проверить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 не двигается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Play, фокус viewport, назначение и флажок управления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 не импортируется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Blender 4.2+, доступные картинки или упакованные текстуры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Материал рисуется шахматкой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Ошибки HLSL, путь .mat; после исправления нажмите F6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Новый класс не виден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Успешная сборка, регистрация и Hot Reload в Edit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Ошибка сборки / загрузки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Console, CodeBuild.log и логи кандидата в Binaries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Пропала модель или текстура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Ресурс импортирован в Content и перенесён вместе с проектом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320FC-76A8-4D19-84F3-CC4E708D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6418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2026-10-31T11:08:12.4610000Z</dcterms:created>
  <dcterms:modified xsi:type="dcterms:W3CDTF">2026-10-31T11:08:12.4610000Z</dcterms:modified>
</coreProperties>
</file>