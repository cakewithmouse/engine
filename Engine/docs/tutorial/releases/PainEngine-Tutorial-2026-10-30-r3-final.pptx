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06549008c4e2a" /><Relationship Type="http://schemas.openxmlformats.org/officeDocument/2006/relationships/extended-properties" Target="/docProps/app.xml" Id="Rcb0d1e9e0fb64f83" /><Relationship Type="http://schemas.openxmlformats.org/officeDocument/2006/relationships/officeDocument" Target="/ppt/presentation.xml" Id="R5a9baa6ca352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6d215a31547e5"/>
  </p:sldMasterIdLst>
  <p:notesMasterIdLst>
    <p:notesMasterId xmlns:r="http://schemas.openxmlformats.org/officeDocument/2006/relationships" r:id="Rf93f771908bc4ef4"/>
  </p:notesMasterIdLst>
  <p:sldIdLst>
    <p:sldId xmlns:r="http://schemas.openxmlformats.org/officeDocument/2006/relationships" id="256" r:id="R0596fb879d944439"/>
    <p:sldId xmlns:r="http://schemas.openxmlformats.org/officeDocument/2006/relationships" id="257" r:id="R37731c1ad6d2454e"/>
    <p:sldId xmlns:r="http://schemas.openxmlformats.org/officeDocument/2006/relationships" id="258" r:id="R8f7f0eb89a994d54"/>
    <p:sldId xmlns:r="http://schemas.openxmlformats.org/officeDocument/2006/relationships" id="259" r:id="R8e1a7fcb89df4e72"/>
    <p:sldId xmlns:r="http://schemas.openxmlformats.org/officeDocument/2006/relationships" id="260" r:id="R961f80931bde474d"/>
    <p:sldId xmlns:r="http://schemas.openxmlformats.org/officeDocument/2006/relationships" id="261" r:id="R5c11f0f4731b4ffd"/>
    <p:sldId xmlns:r="http://schemas.openxmlformats.org/officeDocument/2006/relationships" id="262" r:id="R90d7898bdc5945cc"/>
    <p:sldId xmlns:r="http://schemas.openxmlformats.org/officeDocument/2006/relationships" id="263" r:id="R9176c3ed95cb4e9e"/>
    <p:sldId xmlns:r="http://schemas.openxmlformats.org/officeDocument/2006/relationships" id="264" r:id="R8541f99ceae04644"/>
    <p:sldId xmlns:r="http://schemas.openxmlformats.org/officeDocument/2006/relationships" id="265" r:id="R2436dd75731e422e"/>
    <p:sldId xmlns:r="http://schemas.openxmlformats.org/officeDocument/2006/relationships" id="266" r:id="R74f38df4e6ed4a9c"/>
    <p:sldId xmlns:r="http://schemas.openxmlformats.org/officeDocument/2006/relationships" id="267" r:id="R9c6f6daf7b8a49aa"/>
    <p:sldId xmlns:r="http://schemas.openxmlformats.org/officeDocument/2006/relationships" id="268" r:id="Rb7e86be8c3bc49ba"/>
    <p:sldId xmlns:r="http://schemas.openxmlformats.org/officeDocument/2006/relationships" id="269" r:id="R367834ca0750408b"/>
    <p:sldId xmlns:r="http://schemas.openxmlformats.org/officeDocument/2006/relationships" id="270" r:id="R7d277c695cf14640"/>
    <p:sldId xmlns:r="http://schemas.openxmlformats.org/officeDocument/2006/relationships" id="271" r:id="Rc660279328224aac"/>
    <p:sldId xmlns:r="http://schemas.openxmlformats.org/officeDocument/2006/relationships" id="272" r:id="Rd3d25f8b619042d6"/>
    <p:sldId xmlns:r="http://schemas.openxmlformats.org/officeDocument/2006/relationships" id="273" r:id="Rd2cfba3014ad45dc"/>
    <p:sldId xmlns:r="http://schemas.openxmlformats.org/officeDocument/2006/relationships" id="274" r:id="R50193592d6e44fda"/>
    <p:sldId xmlns:r="http://schemas.openxmlformats.org/officeDocument/2006/relationships" id="275" r:id="R9a60a6c541624cb5"/>
    <p:sldId xmlns:r="http://schemas.openxmlformats.org/officeDocument/2006/relationships" id="276" r:id="R9a4fc789615d42de"/>
    <p:sldId xmlns:r="http://schemas.openxmlformats.org/officeDocument/2006/relationships" id="277" r:id="R4536a5433bb444dc"/>
    <p:sldId xmlns:r="http://schemas.openxmlformats.org/officeDocument/2006/relationships" id="278" r:id="R042681ffb26b40b1"/>
    <p:sldId xmlns:r="http://schemas.openxmlformats.org/officeDocument/2006/relationships" id="279" r:id="R4e6bb6818c9b498c"/>
    <p:sldId xmlns:r="http://schemas.openxmlformats.org/officeDocument/2006/relationships" id="280" r:id="Rad133bec11a14ff5"/>
    <p:sldId xmlns:r="http://schemas.openxmlformats.org/officeDocument/2006/relationships" id="281" r:id="R120cf37f42cf45aa"/>
    <p:sldId xmlns:r="http://schemas.openxmlformats.org/officeDocument/2006/relationships" id="282" r:id="Rf8c058479d0a41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47be3d1074cfb" /><Relationship Type="http://schemas.openxmlformats.org/officeDocument/2006/relationships/slideMaster" Target="/ppt/slideMasters/slideMaster1.xml" Id="Rdc16d215a31547e5" /><Relationship Type="http://schemas.openxmlformats.org/officeDocument/2006/relationships/notesMaster" Target="/ppt/notesMasters/notesMaster1.xml" Id="Rf93f771908bc4ef4" /><Relationship Type="http://schemas.openxmlformats.org/officeDocument/2006/relationships/presProps" Target="/ppt/presProps.xml" Id="R1806f7afa60a49cb" /><Relationship Type="http://schemas.openxmlformats.org/officeDocument/2006/relationships/tableStyles" Target="/ppt/tableStyles.xml" Id="R833f2b7ca97d4c83" /><Relationship Type="http://schemas.openxmlformats.org/officeDocument/2006/relationships/slide" Target="/ppt/slides/slide1.xml" Id="R0596fb879d944439" /><Relationship Type="http://schemas.openxmlformats.org/officeDocument/2006/relationships/slide" Target="/ppt/slides/slide2.xml" Id="R37731c1ad6d2454e" /><Relationship Type="http://schemas.openxmlformats.org/officeDocument/2006/relationships/slide" Target="/ppt/slides/slide3.xml" Id="R8f7f0eb89a994d54" /><Relationship Type="http://schemas.openxmlformats.org/officeDocument/2006/relationships/slide" Target="/ppt/slides/slide4.xml" Id="R8e1a7fcb89df4e72" /><Relationship Type="http://schemas.openxmlformats.org/officeDocument/2006/relationships/slide" Target="/ppt/slides/slide5.xml" Id="R961f80931bde474d" /><Relationship Type="http://schemas.openxmlformats.org/officeDocument/2006/relationships/slide" Target="/ppt/slides/slide6.xml" Id="R5c11f0f4731b4ffd" /><Relationship Type="http://schemas.openxmlformats.org/officeDocument/2006/relationships/slide" Target="/ppt/slides/slide7.xml" Id="R90d7898bdc5945cc" /><Relationship Type="http://schemas.openxmlformats.org/officeDocument/2006/relationships/slide" Target="/ppt/slides/slide8.xml" Id="R9176c3ed95cb4e9e" /><Relationship Type="http://schemas.openxmlformats.org/officeDocument/2006/relationships/slide" Target="/ppt/slides/slide9.xml" Id="R8541f99ceae04644" /><Relationship Type="http://schemas.openxmlformats.org/officeDocument/2006/relationships/slide" Target="/ppt/slides/slide10.xml" Id="R2436dd75731e422e" /><Relationship Type="http://schemas.openxmlformats.org/officeDocument/2006/relationships/slide" Target="/ppt/slides/slide11.xml" Id="R74f38df4e6ed4a9c" /><Relationship Type="http://schemas.openxmlformats.org/officeDocument/2006/relationships/slide" Target="/ppt/slides/slide12.xml" Id="R9c6f6daf7b8a49aa" /><Relationship Type="http://schemas.openxmlformats.org/officeDocument/2006/relationships/slide" Target="/ppt/slides/slide13.xml" Id="Rb7e86be8c3bc49ba" /><Relationship Type="http://schemas.openxmlformats.org/officeDocument/2006/relationships/slide" Target="/ppt/slides/slide14.xml" Id="R367834ca0750408b" /><Relationship Type="http://schemas.openxmlformats.org/officeDocument/2006/relationships/slide" Target="/ppt/slides/slide15.xml" Id="R7d277c695cf14640" /><Relationship Type="http://schemas.openxmlformats.org/officeDocument/2006/relationships/slide" Target="/ppt/slides/slide16.xml" Id="Rc660279328224aac" /><Relationship Type="http://schemas.openxmlformats.org/officeDocument/2006/relationships/slide" Target="/ppt/slides/slide17.xml" Id="Rd3d25f8b619042d6" /><Relationship Type="http://schemas.openxmlformats.org/officeDocument/2006/relationships/slide" Target="/ppt/slides/slide18.xml" Id="Rd2cfba3014ad45dc" /><Relationship Type="http://schemas.openxmlformats.org/officeDocument/2006/relationships/slide" Target="/ppt/slides/slide19.xml" Id="R50193592d6e44fda" /><Relationship Type="http://schemas.openxmlformats.org/officeDocument/2006/relationships/slide" Target="/ppt/slides/slide20.xml" Id="R9a60a6c541624cb5" /><Relationship Type="http://schemas.openxmlformats.org/officeDocument/2006/relationships/slide" Target="/ppt/slides/slide21.xml" Id="R9a4fc789615d42de" /><Relationship Type="http://schemas.openxmlformats.org/officeDocument/2006/relationships/slide" Target="/ppt/slides/slide22.xml" Id="R4536a5433bb444dc" /><Relationship Type="http://schemas.openxmlformats.org/officeDocument/2006/relationships/slide" Target="/ppt/slides/slide23.xml" Id="R042681ffb26b40b1" /><Relationship Type="http://schemas.openxmlformats.org/officeDocument/2006/relationships/slide" Target="/ppt/slides/slide24.xml" Id="R4e6bb6818c9b498c" /><Relationship Type="http://schemas.openxmlformats.org/officeDocument/2006/relationships/slide" Target="/ppt/slides/slide25.xml" Id="Rad133bec11a14ff5" /><Relationship Type="http://schemas.openxmlformats.org/officeDocument/2006/relationships/slide" Target="/ppt/slides/slide26.xml" Id="R120cf37f42cf45aa" /><Relationship Type="http://schemas.openxmlformats.org/officeDocument/2006/relationships/slide" Target="/ppt/slides/slide27.xml" Id="Rf8c058479d0a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3b34a2fbdd47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0d4a6248554da2" /><Relationship Type="http://schemas.openxmlformats.org/officeDocument/2006/relationships/notesMaster" Target="/ppt/notesMasters/notesMaster1.xml" Id="Rb2189ae1b6c949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0a3c5d6d047c5" /><Relationship Type="http://schemas.openxmlformats.org/officeDocument/2006/relationships/notesMaster" Target="/ppt/notesMasters/notesMaster1.xml" Id="Rde3589fc593d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5a9d90925453d" /><Relationship Type="http://schemas.openxmlformats.org/officeDocument/2006/relationships/notesMaster" Target="/ppt/notesMasters/notesMaster1.xml" Id="Rf901495c5b4b43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42f19e5b34f03" /><Relationship Type="http://schemas.openxmlformats.org/officeDocument/2006/relationships/notesMaster" Target="/ppt/notesMasters/notesMaster1.xml" Id="Rfe919cf44c88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ceaa0bac24b23" /><Relationship Type="http://schemas.openxmlformats.org/officeDocument/2006/relationships/notesMaster" Target="/ppt/notesMasters/notesMaster1.xml" Id="R7714f7156b15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0569d732e4fbb" /><Relationship Type="http://schemas.openxmlformats.org/officeDocument/2006/relationships/notesMaster" Target="/ppt/notesMasters/notesMaster1.xml" Id="R914c0c977c10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5557c52cbd40bf" /><Relationship Type="http://schemas.openxmlformats.org/officeDocument/2006/relationships/notesMaster" Target="/ppt/notesMasters/notesMaster1.xml" Id="R097bb1d6509f43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b8b686238143f2" /><Relationship Type="http://schemas.openxmlformats.org/officeDocument/2006/relationships/notesMaster" Target="/ppt/notesMasters/notesMaster1.xml" Id="R8107e822a0ba46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98335c38784c8a" /><Relationship Type="http://schemas.openxmlformats.org/officeDocument/2006/relationships/notesMaster" Target="/ppt/notesMasters/notesMaster1.xml" Id="Rf49cf8e9d83243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3fffca97d04d5e" /><Relationship Type="http://schemas.openxmlformats.org/officeDocument/2006/relationships/notesMaster" Target="/ppt/notesMasters/notesMaster1.xml" Id="R75888fcf33a9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669905c55a42d1" /><Relationship Type="http://schemas.openxmlformats.org/officeDocument/2006/relationships/notesMaster" Target="/ppt/notesMasters/notesMaster1.xml" Id="R1beccf896c1b47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7e20f08684662" /><Relationship Type="http://schemas.openxmlformats.org/officeDocument/2006/relationships/notesMaster" Target="/ppt/notesMasters/notesMaster1.xml" Id="Raaefe4cc1fce41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96a85e01984ed9" /><Relationship Type="http://schemas.openxmlformats.org/officeDocument/2006/relationships/notesMaster" Target="/ppt/notesMasters/notesMaster1.xml" Id="R9287c2e0447445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9705f7ebe44446" /><Relationship Type="http://schemas.openxmlformats.org/officeDocument/2006/relationships/notesMaster" Target="/ppt/notesMasters/notesMaster1.xml" Id="Re04da57eacfb4d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37598a5ad846a8" /><Relationship Type="http://schemas.openxmlformats.org/officeDocument/2006/relationships/notesMaster" Target="/ppt/notesMasters/notesMaster1.xml" Id="Rfd601d92e6c641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508bf80f51439d" /><Relationship Type="http://schemas.openxmlformats.org/officeDocument/2006/relationships/notesMaster" Target="/ppt/notesMasters/notesMaster1.xml" Id="Rfc71881ceb0445c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49f1505506408c" /><Relationship Type="http://schemas.openxmlformats.org/officeDocument/2006/relationships/notesMaster" Target="/ppt/notesMasters/notesMaster1.xml" Id="Rc0d00457b1ad49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27a1d76ee146ce" /><Relationship Type="http://schemas.openxmlformats.org/officeDocument/2006/relationships/notesMaster" Target="/ppt/notesMasters/notesMaster1.xml" Id="Rab65d512705343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ec59cf833a4698" /><Relationship Type="http://schemas.openxmlformats.org/officeDocument/2006/relationships/notesMaster" Target="/ppt/notesMasters/notesMaster1.xml" Id="R9f9bfffd03b24a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7b48f482ee4a4d" /><Relationship Type="http://schemas.openxmlformats.org/officeDocument/2006/relationships/notesMaster" Target="/ppt/notesMasters/notesMaster1.xml" Id="R825670ddedba49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769638cb6148e5" /><Relationship Type="http://schemas.openxmlformats.org/officeDocument/2006/relationships/notesMaster" Target="/ppt/notesMasters/notesMaster1.xml" Id="R5c00b0e4e47346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5be87f9d83414c" /><Relationship Type="http://schemas.openxmlformats.org/officeDocument/2006/relationships/notesMaster" Target="/ppt/notesMasters/notesMaster1.xml" Id="Re4dd7148b02d44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9738c7c41e4a77" /><Relationship Type="http://schemas.openxmlformats.org/officeDocument/2006/relationships/notesMaster" Target="/ppt/notesMasters/notesMaster1.xml" Id="Rf89e05ef414f4e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101d9c4d104670" /><Relationship Type="http://schemas.openxmlformats.org/officeDocument/2006/relationships/notesMaster" Target="/ppt/notesMasters/notesMaster1.xml" Id="R0213c3b0e6a241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ae18da2a6f4629" /><Relationship Type="http://schemas.openxmlformats.org/officeDocument/2006/relationships/notesMaster" Target="/ppt/notesMasters/notesMaster1.xml" Id="R66b226a123634e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6a05f1ceb254831" /><Relationship Type="http://schemas.openxmlformats.org/officeDocument/2006/relationships/notesMaster" Target="/ppt/notesMasters/notesMaster1.xml" Id="Ra2b8b1c7994e4e2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3ede35e0e54aff" /><Relationship Type="http://schemas.openxmlformats.org/officeDocument/2006/relationships/notesMaster" Target="/ppt/notesMasters/notesMaster1.xml" Id="Rdf964a49296d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редактор и реальные снимки учебного проекта. Версия 2026.10.28.2; проверено по main на 30.10.2026, включая PR #8 и #10. Ранее удалённые пользователем разделы не восстановлены.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Engine/Version.json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Панели возвращаются через меню «Вид». В центре находится реальный D3D viewport.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Импорт сначала копирует ресурс в Content. Сам импорт не добавляет объект в сцену. FBX/BLEND создают базовые материалы автоматически; прямой GLB/glTF/OBJ пока используют ручное назначение материала. Текстуру нужно импортировать до её назначения. Изменения сцены выполняются в 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Editor/Source/AssetTools.cpp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FBX копирует внешние и извлекает встроенные цветовые изображения. BLEND преобразуется в GLB фоновым Blender; после импорта Blender для запуска проекта не нужен. Материалы всех мешей создаются, но объект пока использует один — материал первого меша. Изображение используется через BaseMap, поэтому поле отдельной текстуры объекта остаётся пустым. В примере на скриншоте BaseMap — импортированная зелёная картинка. Внешние изображения должны существовать, упакованные поддерживаются. Процедурные материалы предварительно запеките. Повторный импорт создаёт отдельную папку. Прямые GLB/glTF/OBJ не получают этот автоматический материал.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материал ещё не назначен, «Редактировать» создаёт .mat и .hlsl в Content/Materials. «Выбрать…» назначает готовый .mat; «Убрать» возвращает материал по умолчанию. Превью: сфера, куб или плоскость; мышь вращает камеру, колесо приближает. Смешивание: opaque, masked, translucent, additive; доступны unlit, two-sided и тени. Поля параметров отражаются из HLSL: MaterialParams/b1, Texture2D/t6 и далее. Ошибки компиляции появляются под кодом, двойной щелчок ведёт к строке. «Откатить» восстанавливает файлы с диска. Назначение материала меняется в Edit, параметры самого материала можно смотреть и в Play. Один .mat разделяется между использующими его объектами.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Editor/Source/MaterialEditorWindow.cpp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Engine/Include/Engine/Project/StandardTypes.h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персонажа и назначьте его в диалоге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Начальные параметры диалога: расстояние 5, высота 2, чувствительность 0.005. Настройки сохраняются вместе со сценой.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Отдельный запуск: Запуск → Запустить отдельным окном.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Editor/Source/ViewportWidget.cpp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текущем меню сохранение делает выбранную сцену стартовой. «Сохранить как…» создаёт отдельный файл. Сцена содержит ссылки на ресурсы, поэтому одного JSON недостаточно для переноса. После успешной сборки C++ Project.json указывает на новую DLL в Binaries. Не удаляйте активную DLL. Старые сцены без персонажа продолжают открываться. Персонаж и назначения Play сохраняются в данных компонентов. Ctrl+S в основном окне сохраняет сцену, но не несохранённые правки открытого материала. Сохраните материал в его собственном окне. У импортированных моделей Materials и Textures лежат внутри папки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Engine/docs/SCENE-JSON.md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Графического редактора переназначения всех действий сейчас нет. Привязки можно менять в C++ без замены обработчиков. Каталог поддерживает Component, Character как семейство компонента, Game и обычные Object через существующий адаптер. Класс Game выбирается отдельно для запуска, а компоненты и поддерживаемые Object появляются в палитре после сборки и перезапуска.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Editor/Source/CodeTools.cpp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ProjectGame не добавляет второй пример, если в сцене уже есть RotatingCube или его наследник. Подключение C++ не переписывает файл сохранённой сцены. Существующие C++ проекты не обновляются автоматически.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Engine/docs/tutorial/examples/ProjectGame.cpp</a:t>
            </a:r>
          </a:p>
          <a:p xmlns:a="http://schemas.openxmlformats.org/drawingml/2006/main">
            <a:r>
              <a:t>Engine/docs/tutorial/examples/RotatingCube.cpp</a:t>
            </a:r>
          </a:p>
          <a:p xmlns:a="http://schemas.openxmlformats.org/drawingml/2006/main">
            <a:r>
              <a:t>Engine/docs/tutorial/examples/RotatingCube.h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Engine/Include/Engine/Components/SpecificComponents/CubeComponent.h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Engine/Source/Components/GameComponents.cpp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внутри AfterInitialize пользовательского Game. В полном приложенном ProjectGame.cpp есть includes, проверка отсутствия RotatingCube и подбор свободного имени.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Engine/Include/Engine/Scene/Scene.h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создаётся из уже импортированного файла. BLEND после импорта становится GLB. Не отделяйте модель от .import.json, Materials и Textures: это единый переносимый набор. CreateModel(path, false) отключает автоматическое назначение материала. Имя объекта должно быть свободным.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Engine/Include/Engine/Scene/SceneAssets.h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импортируйте grid.png, создайте Wood.mat и убедитесь, что shader и BaseMap доступны. TrySetTexture проверяет изображение и сохраняет прежнюю текстуру при ошибке. ValidateMaterial проверяет файл материала, но не успешность компиляции HLSL. В редакторском коде Scene::SetTextureAsset/SetMaterialAsset также меняют ревизию сцены, но возвращают Busy во время обновления. SceneAssets::Apply без четвёртого аргумента сбрасывает материал: для его сохранения передайте object.GetMaterialAsset(). Функции AssignMaterial и AssignTexture приведены в ModelExample.cpp.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Engine/Include/Engine/Components/GameComponents.h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Engine/Source/Scene/Scene.cpp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Engine/docs/tutorial/examples/InputCube.h</a:t>
            </a:r>
          </a:p>
          <a:p xmlns:a="http://schemas.openxmlformats.org/drawingml/2006/main">
            <a:r>
              <a:t>Engine/Source/MainGame/BaseGameClass/Game.cpp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  <a:p xmlns:a="http://schemas.openxmlformats.org/drawingml/2006/main">
            <a:r>
              <a:t>Engine/Include/Engine/InputDevice/InputActions.h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фрагменты. Полная SpawnCube в приложенном InputCube.cpp получает сцену, подбирает уникальное имя и проверяет результат AddComponent. Пример рассчитан на один InputCube: клавиши R/N зарегистрированы в общем контексте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Привязки меняйте в потоке движка. Unbind сбрасывает активное действие и требует отпускания клавиш. Полный контракт в InputActions.h.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Engine/Include/Engine/InputDevice/InputActions.h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#include &lt;Engine/MainGame/CharacterController.h&gt;. В пользовательском Game объявите std::unique_ptr&lt;CharacterController&gt; CreateCharacterController() override; и реализуйте: std::unique_ptr&lt;CharacterController&gt; MyGame::CreateCharacterController() { return std::make_unique&lt;MyController&gt;(*this); }. Выберите MyGame через «Типы C++ проекта… → Выбрать Game». Персонажа по-прежнему назначьте в «Настроить Play…». Оставьте управление включённым, чтобы контроллер был активен. Здесь BindInput полностью заменяет стандартную схему, поэтому WASD и обзор ПКМ больше не зарегистрированы этим контроллером. При необходимости добавьте собственные оси, свой Tick и UpdateCamera. Character можно заменить через Possess.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Engine/Include/Engine/MainGame/CharacterController.h</a:t>
            </a:r>
          </a:p>
          <a:p xmlns:a="http://schemas.openxmlformats.org/drawingml/2006/main">
            <a:r>
              <a:t>Engine/Source/MainGame/CharacterController.cpp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Engine/docs/tutorial/examples/MyController.h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скриншоте выбран старый учебный проект: 2026.10.28.0 — его закреплённая версия, а не текущая версия движка. Текущий выпуск — 2026.10.28.2. Команда «Закрепить версию проекта…» задаёт привязку, а «Обновить копию проекта…» сохраняет исходный проект. После перехода на SDK с материалами пересоберите C++ DLL.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Engine/docs/ENGINE-VERSIONS.md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ошибке сборки смотрите первую ошибку в Console / CodeBuild.log. Предыдущая DLL сохраняется. При ошибке загрузки проверьте логи кандидата в Binaries. При недоступной указанной текстуре FBX/BLEND импорт отклоняется. Сложный Blender Base Color нужно запечь в изображение. Без цветовой картинки создаётся однотонный материал. Для Blender можно указать PAINENGINE_BLENDER — полный путь к blender.exe. При первом создании класса используйте корректный C++ идентификатор.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Engine/docs/MATERIALS.md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4c04ed1be4a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7150d1bf64b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3020b12b642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513125c6545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34717920540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0fbcba03946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E7019C-D57A-4073-9EEA-EA2F66A9A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51DC76-DE89-4ECE-8F4E-E1990A0FE9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C39FA1-5E17-4DC3-AD16-10D551CE6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655B53-6315-4E7D-9A00-6DCDB3631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92E368-D73D-44D0-BAE6-90F5383ACA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A439D3-E6AF-4203-89EC-6A49783759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B7F738-6AD0-415E-9016-F78150FCA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C12B38-A553-49F7-8FC3-57403C5F01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5E7EE-1FE0-4CA4-ABC2-68674E04E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FFE215-5BFB-4947-B221-D3276C62B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88502fc33f46b4" /><Relationship Type="http://schemas.openxmlformats.org/officeDocument/2006/relationships/slideLayout" Target="/ppt/slideLayouts/slideLayout1.xml" Id="Rd12c490f52954b4f" /><Relationship Type="http://schemas.openxmlformats.org/officeDocument/2006/relationships/slideLayout" Target="/ppt/slideLayouts/slideLayout2.xml" Id="R821979d88aa84df4" /><Relationship Type="http://schemas.openxmlformats.org/officeDocument/2006/relationships/slideLayout" Target="/ppt/slideLayouts/slideLayout3.xml" Id="Rcffe89045e8c4d16" /><Relationship Type="http://schemas.openxmlformats.org/officeDocument/2006/relationships/slideLayout" Target="/ppt/slideLayouts/slideLayout4.xml" Id="R53fff94ed5104106" /><Relationship Type="http://schemas.openxmlformats.org/officeDocument/2006/relationships/slideLayout" Target="/ppt/slideLayouts/slideLayout5.xml" Id="R2545b20618264c01" /><Relationship Type="http://schemas.openxmlformats.org/officeDocument/2006/relationships/slideLayout" Target="/ppt/slideLayouts/slideLayout6.xml" Id="R5d7d5121b87f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c490f52954b4f"/>
    <p:sldLayoutId xmlns:r="http://schemas.openxmlformats.org/officeDocument/2006/relationships" id="2147483650" r:id="R821979d88aa84df4"/>
    <p:sldLayoutId xmlns:r="http://schemas.openxmlformats.org/officeDocument/2006/relationships" id="2147483651" r:id="Rcffe89045e8c4d16"/>
    <p:sldLayoutId xmlns:r="http://schemas.openxmlformats.org/officeDocument/2006/relationships" id="2147483652" r:id="R53fff94ed5104106"/>
    <p:sldLayoutId xmlns:r="http://schemas.openxmlformats.org/officeDocument/2006/relationships" id="2147483653" r:id="R2545b20618264c01"/>
    <p:sldLayoutId xmlns:r="http://schemas.openxmlformats.org/officeDocument/2006/relationships" id="2147483654" r:id="R5d7d5121b87f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d761b89454138" /><Relationship Type="http://schemas.openxmlformats.org/officeDocument/2006/relationships/image" Target="/ppt/media/image.jpeg" Id="Rdf489780974e4321" /><Relationship Type="http://schemas.openxmlformats.org/officeDocument/2006/relationships/notesSlide" Target="/ppt/notesSlides/notesSlide1.xml" Id="Rc91b3c9bc2ba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b03dbd23484074" /><Relationship Type="http://schemas.openxmlformats.org/officeDocument/2006/relationships/image" Target="/ppt/media/image2.jpeg" Id="R46cb29ca99e74a3e" /><Relationship Type="http://schemas.openxmlformats.org/officeDocument/2006/relationships/notesSlide" Target="/ppt/notesSlides/notesSlide2.xml" Id="Raa40d32a40344d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19c133bdf403e" /><Relationship Type="http://schemas.openxmlformats.org/officeDocument/2006/relationships/image" Target="/ppt/media/image3.jpeg" Id="Rbb00ebc280b141db" /><Relationship Type="http://schemas.openxmlformats.org/officeDocument/2006/relationships/notesSlide" Target="/ppt/notesSlides/notesSlide3.xml" Id="R6c0420026ab645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372233e0e4ac0" /><Relationship Type="http://schemas.openxmlformats.org/officeDocument/2006/relationships/image" Target="/ppt/media/image4.jpeg" Id="Rd5959aef85894853" /><Relationship Type="http://schemas.openxmlformats.org/officeDocument/2006/relationships/notesSlide" Target="/ppt/notesSlides/notesSlide4.xml" Id="Rb46f630dc52c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0a94665c44499" /><Relationship Type="http://schemas.openxmlformats.org/officeDocument/2006/relationships/image" Target="/ppt/media/image5.jpeg" Id="Re0bf7b6e9f3b457a" /><Relationship Type="http://schemas.openxmlformats.org/officeDocument/2006/relationships/notesSlide" Target="/ppt/notesSlides/notesSlide5.xml" Id="Ra34c7559743a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3a635901a45cf" /><Relationship Type="http://schemas.openxmlformats.org/officeDocument/2006/relationships/image" Target="/ppt/media/image6.jpeg" Id="Re84cd5e94d0e46e5" /><Relationship Type="http://schemas.openxmlformats.org/officeDocument/2006/relationships/notesSlide" Target="/ppt/notesSlides/notesSlide6.xml" Id="Re1922c33f7dd4e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64c2b21cd4df0" /><Relationship Type="http://schemas.openxmlformats.org/officeDocument/2006/relationships/image" Target="/ppt/media/image7.jpeg" Id="Rd1f0e86c4ee94000" /><Relationship Type="http://schemas.openxmlformats.org/officeDocument/2006/relationships/notesSlide" Target="/ppt/notesSlides/notesSlide7.xml" Id="R03101977cae040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d5bd596624d86" /><Relationship Type="http://schemas.openxmlformats.org/officeDocument/2006/relationships/image" Target="/ppt/media/image8.jpeg" Id="Rc6b180cc88da4d13" /><Relationship Type="http://schemas.openxmlformats.org/officeDocument/2006/relationships/notesSlide" Target="/ppt/notesSlides/notesSlide8.xml" Id="R288083419d804c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6237d8f0c42ee" /><Relationship Type="http://schemas.openxmlformats.org/officeDocument/2006/relationships/image" Target="/ppt/media/image9.jpeg" Id="R4b86e4febb3f4786" /><Relationship Type="http://schemas.openxmlformats.org/officeDocument/2006/relationships/notesSlide" Target="/ppt/notesSlides/notesSlide9.xml" Id="R282104822feb49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21e03013f4960" /><Relationship Type="http://schemas.openxmlformats.org/officeDocument/2006/relationships/image" Target="/ppt/media/image10.jpeg" Id="R9589d79267e94476" /><Relationship Type="http://schemas.openxmlformats.org/officeDocument/2006/relationships/notesSlide" Target="/ppt/notesSlides/notesSlide10.xml" Id="R62b1160f489e4d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39841a30c43b0" /><Relationship Type="http://schemas.openxmlformats.org/officeDocument/2006/relationships/image" Target="/ppt/media/image11.jpeg" Id="Re8b3cf3a64c34343" /><Relationship Type="http://schemas.openxmlformats.org/officeDocument/2006/relationships/notesSlide" Target="/ppt/notesSlides/notesSlide11.xml" Id="R01eeeb424a6e46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771d8a624483e" /><Relationship Type="http://schemas.openxmlformats.org/officeDocument/2006/relationships/notesSlide" Target="/ppt/notesSlides/notesSlide12.xml" Id="Rd02d890d57d049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eb52632a44853" /><Relationship Type="http://schemas.openxmlformats.org/officeDocument/2006/relationships/notesSlide" Target="/ppt/notesSlides/notesSlide13.xml" Id="R3b4b775ea34b4a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d54d5e13746b9" /><Relationship Type="http://schemas.openxmlformats.org/officeDocument/2006/relationships/image" Target="/ppt/media/image12.jpeg" Id="R545d139495774cbf" /><Relationship Type="http://schemas.openxmlformats.org/officeDocument/2006/relationships/notesSlide" Target="/ppt/notesSlides/notesSlide14.xml" Id="R627fb3a673e641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f49d2bd8b4c3c" /><Relationship Type="http://schemas.openxmlformats.org/officeDocument/2006/relationships/image" Target="/ppt/media/image13.jpeg" Id="Rf4b6ddd24e8342bf" /><Relationship Type="http://schemas.openxmlformats.org/officeDocument/2006/relationships/notesSlide" Target="/ppt/notesSlides/notesSlide15.xml" Id="Re0c8532fcc2647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20ca6a3524dac" /><Relationship Type="http://schemas.openxmlformats.org/officeDocument/2006/relationships/notesSlide" Target="/ppt/notesSlides/notesSlide16.xml" Id="Rc0bb2b6eddf14e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18588829c435d" /><Relationship Type="http://schemas.openxmlformats.org/officeDocument/2006/relationships/notesSlide" Target="/ppt/notesSlides/notesSlide17.xml" Id="R607e1c7965c64d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fb3cbae584291" /><Relationship Type="http://schemas.openxmlformats.org/officeDocument/2006/relationships/notesSlide" Target="/ppt/notesSlides/notesSlide18.xml" Id="Rec5772d192bb4f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5d4a46eed4a50" /><Relationship Type="http://schemas.openxmlformats.org/officeDocument/2006/relationships/notesSlide" Target="/ppt/notesSlides/notesSlide19.xml" Id="Ra6585c8c68e648b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18701c31d4bf9" /><Relationship Type="http://schemas.openxmlformats.org/officeDocument/2006/relationships/notesSlide" Target="/ppt/notesSlides/notesSlide20.xml" Id="R8e3c002d27d445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c2f50baa246ae" /><Relationship Type="http://schemas.openxmlformats.org/officeDocument/2006/relationships/notesSlide" Target="/ppt/notesSlides/notesSlide21.xml" Id="Rfe842b91d7c249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9f0876238478d" /><Relationship Type="http://schemas.openxmlformats.org/officeDocument/2006/relationships/notesSlide" Target="/ppt/notesSlides/notesSlide22.xml" Id="Rdadae763a59847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ef1f4d9244001" /><Relationship Type="http://schemas.openxmlformats.org/officeDocument/2006/relationships/notesSlide" Target="/ppt/notesSlides/notesSlide23.xml" Id="Ra99f56d3f7c545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fd8e39a4842c7" /><Relationship Type="http://schemas.openxmlformats.org/officeDocument/2006/relationships/notesSlide" Target="/ppt/notesSlides/notesSlide24.xml" Id="R83c2d9e125c049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3d1dec87949e6" /><Relationship Type="http://schemas.openxmlformats.org/officeDocument/2006/relationships/notesSlide" Target="/ppt/notesSlides/notesSlide25.xml" Id="R6d47b7f3522240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8c48d6daa42bc" /><Relationship Type="http://schemas.openxmlformats.org/officeDocument/2006/relationships/image" Target="/ppt/media/image14.jpeg" Id="Rbf648e8d1d5d4cf7" /><Relationship Type="http://schemas.openxmlformats.org/officeDocument/2006/relationships/notesSlide" Target="/ppt/notesSlides/notesSlide26.xml" Id="Re8cdda21bbda43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58ec120f243c5" /><Relationship Type="http://schemas.openxmlformats.org/officeDocument/2006/relationships/notesSlide" Target="/ppt/notesSlides/notesSlide27.xml" Id="R11f8399f1626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43F93-E852-468D-BB6A-590AA6DC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EE86E-E766-4651-B0A6-BAA3F6B3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3857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PainEngine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туториал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D4F6-8166-4113-8286-CCA3E342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Редактор и рабочие примеры C++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7A27D-5205-4416-88C9-1AEF9A593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9780974e4321"/>
          <a:stretch xmlns:a="http://schemas.openxmlformats.org/drawingml/2006/main"/>
        </p:blipFill>
        <p:spPr>
          <a:xfrm xmlns:a="http://schemas.openxmlformats.org/drawingml/2006/main">
            <a:off x="4857750" y="1294419"/>
            <a:ext cx="6953250" cy="40786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851DD-A43E-4BE7-B0F7-F44A1D16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C5D1"/>
                </a:solidFill>
                <a:latin typeface="Arial"/>
                <a:ea typeface="Arial"/>
                <a:cs typeface="Arial"/>
              </a:rPr>
              <a:t>2026.10.28.2  /  30.10.2026</a:t>
            </a:r>
          </a:p>
        </p:txBody>
      </p:sp>
    </p:spTree>
    <p:extLst>
      <p:ext uri="{BB962C8B-B14F-4D97-AF65-F5344CB8AC3E}">
        <p14:creationId xmlns:p14="http://schemas.microsoft.com/office/powerpoint/2010/main" val="992449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152EB-D90E-46A6-AB03-FD26400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FFD8E-C8A7-45C8-AFD5-EB46F7E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Первый проект в лаунчере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9C62A-4F84-4E3C-99FE-5475357A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02E31-F60A-4B93-B84A-23ED25AC4D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b29ca99e74a3e"/>
          <a:stretch xmlns:a="http://schemas.openxmlformats.org/drawingml/2006/main"/>
        </p:blipFill>
        <p:spPr>
          <a:xfrm xmlns:a="http://schemas.openxmlformats.org/drawingml/2006/main">
            <a:off x="4305300" y="1618205"/>
            <a:ext cx="7429500" cy="410736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CB72E-72DD-40EF-891A-86747D7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Создать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651BE-056B-440D-9D09-FFF410A6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папку и название. C++ можно включить сразу или использовать шаблон без кода.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9EF61-321A-4DC0-9027-24EAF93C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Редактировать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9423E-58F9-4CCE-BE9C-65EB4B5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созданный проект в списке лаунчера и откройте редактор.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3BF99-E8CB-41AE-A7F8-0451F89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Флажок C++ создаёт исходники, включая RotatingCube. Нужны Visual Studio C++ tools и Windows SDK.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9E621-CDB5-4001-80CD-74FDE74C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6977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D9A25-6893-47A0-9A9D-8C6D9725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BCB75-CFBE-4627-914B-60EA4E6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Окно редактора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C5514-D749-4DA4-9022-D5035201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14E4B-90E9-424A-89E7-807EF399BF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0ebc280b141db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87F1B-9397-48B3-A697-52F6D85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Слева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1E028-935C-43CF-ADFA-88BA176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Категория, тип объекта и иерархия сцены.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D632-A07B-40DF-8F2F-045DA66C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Справа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F51BD-95B3-4733-B3DB-4690A28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Трансформация, модель, текстура и материал объекта.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D49EA-4FA7-4E8D-956F-53AE6EA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AC8C1-B478-4F9F-9106-B844014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Ресурсы и код; рядом вкладка Console.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98806-7E27-49E7-BC3A-C46A0E68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2376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4FCE5-F5AB-4182-96DA-7F856EDD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B533F-B58A-49A6-B24C-1C6043B0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Камера и выделение в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CF5AE-CA1E-4951-93B5-48ADB3ED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99AEB-B8F2-4483-B581-B6CB0F6F6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59aef85894853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8194-272D-4608-83B9-BC75BB3F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055D-118A-41C8-A7AA-7803FB8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WASD; E / Q вверх и вниз. ПКМ + мышь для обзора, Shift для ускорения.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0ECA0-3B8F-44C6-BA46-A4FC57A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E4936-5A42-46E9-9BD9-E1F0205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ЛКМ — выбор; Tab — перебор; F — фокус; Esc — снять выбор.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B1645-F320-4625-9AB8-786AC4F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FBC71-D0E7-4C34-B329-8BE248A2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Стрелки и Page Up / Page Down. Точные значения вводятся в свойствах.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56988-FF8B-4737-A8B0-A045BD0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Сначала щёлкните viewport. При вводе в текстовое поле горячие клавиши сцены не действуют.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7D55C-998D-4370-9BA1-48BE96C9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2107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6C446-4624-40CE-9CFE-1AD2BF72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E2C42-568D-4A5D-B948-DCF1B1C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Импорт модели и текстуры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B59DA-C3A6-4A77-812B-6DD84995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9151A-9145-4B3B-945D-43C59619E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f7b6e9f3b457a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EBC7E-C61C-4BCA-80D5-96E4D209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11F8E-5C38-4B65-B6A3-528B8878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Ресурсы → Импорт модели… или Импорт текстуры…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9ABB-632B-4095-87AF-58A9A6F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A9F09-4DCE-42D8-BF7C-C48B00C4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Дважды щёлкните модель в Content/Models, чтобы добавить её в сцену.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1B1B-C70D-4764-BCF9-DA77473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FF737-C871-4AAA-A96B-6E5FC3A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Для отдельной текстуры: выберите объект и нажмите «Выбрать текстуру…».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91EE1-B9B7-4BB2-BD62-A610D45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Модели: GLB, glTF, OBJ, FBX, BLEND. Изображения: PNG, JPG, BMP, TGA.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319C8-72E2-414B-8EF8-F58F9FA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0699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130D2-02F6-4DAE-9E51-4C847A4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62988-0A8A-4A5A-9C5F-16D3D57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FBX / BLEND: модель сразу с материалом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8DC5C-C830-4F3A-A277-430B465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D6F19-0790-43E3-9C13-523034AD3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cd5e94d0e46e5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B67C-AC2E-497C-9C2A-8408B58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Что создаётся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D94D8-9BA4-4C03-8FC9-2EA6BB75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Модель, папки Materials и Textures, файл .import.json.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9898-3A80-4854-9BCB-F3908202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При добавлении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15E66-E07E-4D1B-A113-E3E41088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Материал назначится сам. BaseMap — текстура, Tint — базовый цвет.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4512F-C176-4E7B-8815-E298C39D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Blender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8196D-495F-4EB2-BB51-F762DA9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Blender 4.2+. Переносится Image Texture из Base Color.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768E5-06EF-4881-8285-FE9DB8A5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Базовый opaque-материал и UV0. Normal, roughness, metallic и сложный граф узлов не переносятся.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BC998-BE32-4D1B-A24A-177D90C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8914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6A99D-4BB7-412D-B72B-9C942CC2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91988-900D-4844-A526-721EEED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Редактор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AFB67-F563-42BF-B698-89009710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187E-C0F9-4C6D-A792-B3C751B604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0e86c4ee94000"/>
          <a:stretch xmlns:a="http://schemas.openxmlformats.org/drawingml/2006/main"/>
        </p:blipFill>
        <p:spPr>
          <a:xfrm xmlns:a="http://schemas.openxmlformats.org/drawingml/2006/main">
            <a:off x="4586781" y="1409700"/>
            <a:ext cx="6866539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1CEBC-0DCC-4A57-A637-CE5472DD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C4AB1-B8AE-4C3E-8413-F823938C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Свойства → Материал → Редактировать или двойной щелчок по .mat.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26D37-2C34-424E-9B0E-03AC0FD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4A654-F568-4BC9-A2DF-8472249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Слева — превью, Tint и BaseMap. Справа — код HLSL поверхности.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58F55-4F95-41B7-AF51-FD3C3862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Сохранить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E1488-8C32-47E9-A03B-9204A06D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Параметры видны сразу. Ctrl+S в этом окне сохраняет .mat и применяет HLSL.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8DCA2-1A5C-4FFB-8D8D-F4E928CF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основного окна сохраняет сцену. F6 перечитывает материалы после внешних изменений.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2AEDC-6CE8-40C5-853D-AE744E9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9023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E77DA-90FC-4788-B998-4CE416B2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A7D50-41AC-4FDA-89DE-ADF71D2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Свет, частицы и небо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D6C87-17E2-4C07-8DDB-A69B0B2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41E9C-4287-4DE6-BB4A-41679E573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180cc88da4d13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190B6-3C93-4519-8F79-850ABAE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Свет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590A3-DAB6-4FCD-B6F9-1981A63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источник. В свойствах задаются цвет, интенсивность и радиус.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A1D5A-B2DE-4D03-83EB-5291356D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Частицы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684CD-AD43-4A19-B51A-96633C8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категории «Частицы» выберите искры или дым.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F5E28-65C4-416C-9F7C-450C3A22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Небо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9C1C4-E174-45C5-AB1C-0B8DDC7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«Окружение» → «Базовое небо».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E0951-1DC0-4522-B453-43E9113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Параметры выбранного типа находятся ниже трансформации в правой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902D8-F4A8-42FA-BA00-C5F1C10C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7963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6EDF5-76EF-4D82-A07B-102525B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9E6EB-4239-4BEF-8F10-74F0CFD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Стандартный персонаж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E2396-664C-4530-9577-BDE5224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25F30-78E4-44FC-BB42-34397CB1D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6e4febb3f4786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BCF2D-5223-45DB-8017-BD28E0D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C6716-88AA-431E-83A3-B9E3F5CE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«Персонажи» → «Персонаж» → «Добавить объект».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B0ABC-7EB4-4B9E-A86E-EE8B9DA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E02A4-3325-461A-8F26-553B1D3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персонажа в настройках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28BD2-3EB3-406E-9857-40F6B139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9001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01410-954F-47B6-ACE9-FD17BD1B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20EE8-1692-43E0-B208-66B8B3F7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Назначение для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BFCB0-2912-48F6-9C75-4A2B53A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8DCBE-0DEE-4F0C-A0CB-01CDB6F37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9d79267e94476"/>
          <a:stretch xmlns:a="http://schemas.openxmlformats.org/drawingml/2006/main"/>
        </p:blipFill>
        <p:spPr>
          <a:xfrm xmlns:a="http://schemas.openxmlformats.org/drawingml/2006/main">
            <a:off x="5382036" y="1409700"/>
            <a:ext cx="5276028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D8F89-F71A-45EF-B3EE-5545B068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4B92A-589A-4615-8F16-E35C8FB2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объект сцены в первом поле.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BF86-C71B-4C8E-8CC2-C82E261D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C6707-221C-4F53-A499-CE9B0FD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«Следовать за персонажем» или отдельная «Камера Play».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4D5CA-CB67-4FA1-8A29-0A5C8660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D1D52-2CD0-4B51-B4E3-BC200F1D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Включите WASD и обзор с ПКМ. Затем щёлкните viewport в 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FC81B-81AB-4345-A942-78DB7C1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Запуск → Настроить Play…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56FDF-DED7-45EB-9D17-7B7D4145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61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E2346-D620-4F4E-AC56-C5FA31AF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DBD91-347A-4256-A483-56D0E178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Edit, Play, Pause и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8C24-7BF2-4658-9372-FD34DD8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824E1-8C8F-441C-9DB4-E430483EF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cf3a64c34343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C8FF7-7C83-496A-B41B-5F1DCFA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Play /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61FF3-D47C-4590-AFE7-96B1835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Play запускает копию сцены. Pause / Resume — пауза и продолжение.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95853-166A-4B86-8857-D23AA61C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A58BB-2E10-435A-92C2-03A9B63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Возвращает рабочую сцену и камеру Edit.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CB537-A9B5-4788-8C6B-2A84FA8B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A046-4A7D-4849-A440-389271DD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Отдельный запуск использует сохранённые файлы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D076-C5AF-4E59-8350-C06C649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viewport: Space — Play / Stop, P — Pause /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2627D-1846-4DFA-882D-00181082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77434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87CF5-9B90-4C4F-BD63-26842910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B017-AF70-446B-B66E-9B52F0E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Сохранение и структура проекта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2CC58-10BD-4472-A651-BB66BC6BFC93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 / папка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Project.json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Пути к модулю, Content и стартовой сцене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Engine.lock.json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Закреплённая версия и конфигурация движка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Content/Scenes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Сцены с объектами, трансформациями и настройками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Content/Models, Textures, Materials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изображения, файлы .mat и .hlsl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Source и Build.ps1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Код и запуск сборки C++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Binaries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Собранные версии DLL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934F-8FA1-4730-B2A2-7C2D970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Ctrl+S: «Сохранить и сделать стартовой». Для переноса сохраняйте всю папку проекта.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24B09-83CB-42FB-BB25-CD84E75C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10075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C1FC9-CCBF-49A4-B69D-4BB7221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0CAF5-F329-4456-A6B2-A37E864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Граница между редактором и C++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9BEB0-0354-4204-8250-F3898D536349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10000"/>
                <a:gridCol w="4591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кода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Через SDK /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Сцена и оформление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материалы, свет, эффекты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Свои компоненты и данные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 для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Character и поведение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Play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Слежение или отдельная камера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UpdateCamera / SceneCamera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Стандартные WASD и ПКМ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Действия, сочетания, обработчики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Каталог объектов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Встроенные типы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Регистрация своих классов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13D2D-8D3D-4B58-B19C-2D989D5A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Контроллер создаётся игрой и не является отдельным добавляемым объектом сцены.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C2F28-11DB-472C-B67B-C5CD494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38641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69C18-6C94-47EB-A131-D7831FA5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F0190-C5CD-4FCE-900A-8C5F5317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Создание C++ класса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7889-9C21-493D-9392-B916844D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897AC-F80E-4641-BF64-A805DE3BF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d139495774cbf"/>
          <a:stretch xmlns:a="http://schemas.openxmlformats.org/drawingml/2006/main"/>
        </p:blipFill>
        <p:spPr>
          <a:xfrm xmlns:a="http://schemas.openxmlformats.org/drawingml/2006/main">
            <a:off x="4305300" y="1437750"/>
            <a:ext cx="7429500" cy="446827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A5699-15D5-4A47-A119-0C8B4867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0284C-D0DC-4ADC-A36F-9994F18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Проект → C++ → Добавить C++ класс… Выберите родителя и задайте имя.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5F119-834C-4500-9E6C-6DB7DB8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8A1C-AC77-462B-9E7C-FC7A96BB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Мастер создаёт Source/Имя.h и Source/Имя.cpp.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5BA87-2BA4-4007-B3B2-ECB2681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0300F-1E42-4EBA-AA17-15E2BE8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Ctrl+Alt+R — сборка и Hot Reload. Выполняйте в Edit.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B3A3B-7A8E-4B53-A17E-3F440021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Для имени класса: латиница, цифры и _. Начинайте с буквы или _.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DFECC-2486-4D65-864A-0647F1F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1960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F58CE-A6BF-4E9D-8F31-C592F7D8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6E324-6243-4482-BC57-A7582FBA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Базовый C++ проект: вращающийся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4C700-D386-498A-8DAB-FF32A8B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4F63A-B9EF-4387-998F-8704B8F45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6ddd24e8342bf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CC89C-D69E-4B87-B921-1187ECF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Готовый пример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57F66-68BB-46FB-ACAF-EA98DCD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RotatingCube.h/.cpp создаются вместе с C++ проектом.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60363-F6DE-438F-814A-F5F426D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49AC8-9B38-484A-B13B-48E221E9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ProjectGame добавляет куб при Play или отдельном запуске.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9DD28-B51D-412C-A3FE-23663F40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74956-F14D-4303-8556-D202EC8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«Классы проекта» → RotatingCube и добавьте объект.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7580C-8EF7-49D7-9F63-670912B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Поворот вокруг Y: 90°/с. Позиция остаётся прежней.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07482-9027-4D26-832D-B70AA6D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62676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C7803-E586-4FF7-9FEC-79961F2D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59A64-D8BD-4E93-A2F4-1741F69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RotatingCube: класс и геометрия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5749A-2875-470B-830F-5C1AB6D8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4B03A-6ACE-46A6-8B38-1B3ACAE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Source/RotatingCube.h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&lt;Engine/Components/ComponentAnnotations.h&gt;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&lt;Engine/Components/SpecificComponents/CubeComponent.h&gt;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ENGINE_COMPONENT("RotatingCube")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Source/RotatingCube.cpp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RotatingCube::RotatingCube()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InitCube();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SetColor({1.0f, 0.65f, 0.2f, 1.0f});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8BD34-FECF-40E9-B3A8-A4471F9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ENGINE_COMPONENT добавляет класс в каталог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InitCube создаёт геометрию.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Конструктор задаёт исходный вид.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58FD3-65DF-4440-8F35-39BB25E6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4668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F7DBD-0F6B-4C5C-A08C-ED68E091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9A0A5-4686-48DC-AA2C-5D96E36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Вращение на месте в Tick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3D005-9D6E-434D-9ACC-9706230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4DD85-4B1B-47F8-AC6F-6CF592D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&lt;cmath&gt;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RotatingCube::Tick(float deltaTime)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CubeComponent::Tick(deltaTime);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 rotation = GetRotation();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rotation.y = std::fmod(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rotation.y + 90.0f * deltaTime, 360.0f);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SetRotation(rotation);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79884-A355-4FB4-9AB1-D880ADE8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SetRotation принимает градусы.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deltaTime — время шага в секундах.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Позицию не меняем, поэтому куб вращается на 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6C1D-AA8C-4F32-B42B-A6761E15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 ProjectGame: SetSimulationTimeScale(1.0f). Полный оборот — четыре секунды.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5176F-9A1E-4651-B61C-F1F945E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645466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0A49C-4595-4077-B629-CD9AC48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F2C4E-BACB-4BAA-B31B-ADCEE7A2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Создание объекта в мире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4A795-E430-4AAA-BD79-00AEACCB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2B303-0775-4D82-A684-33189B30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ProjectGame::AfterInitialize()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Game::AfterInitialize();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SetSimulationTimeScale(1.0f);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auto&amp; scene = GetScene();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cube-&gt;SetPosition({2.0f, 1.0f,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"MyCube", cube, "RotatingCube");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D23E-BBA4-4D9F-9169-85ACA52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Подключите RotatingCube.h и &lt;stdexcept&gt;.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Сцена получает владение объектом.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Имя должно быть уникальным. Во время обновления добавление может быть отложено.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76B03-14FB-4142-8746-03E8A70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ProjectGame.cpp дополнительно проверяет, что куб ещё не добавлен.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845F5-41F1-4829-9666-CDE20211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532614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E3C54-7632-4C29-AE53-E7EB00C8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F672F-5BF7-408D-A5C3-109140B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Импортированная модель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EF7DB-CBAE-43EB-A5FE-14FBDBED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003AD-89AF-4CF3-9EA5-B9419EA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&lt;Engine/Scene/SceneAssets.h&gt;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Файл уже импортирован через редактор.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 model = SceneAssets::CreateModel(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"/Game/Models/blend-packed/blend-packed.glb");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model-&gt;SetPosition({-2.0f, 0.0f,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game.GetScene().AddComponent(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"MyModel", model, SceneAssets::ModelType);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model");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9A628-36BD-42F6-B730-F155282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/Game — папка Content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CreateModel читает .import.json и назначает материал, созданный при импорте FBX/BLEND.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Подставьте путь вашей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F8C9B-316E-4C09-8686-217DCCF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Полная функция в ModelExample.h/.cpp: SpawnModel(game, "MyModel", путь_модели).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87C2-7335-4AAE-8E39-E28A7D3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543769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265F5-BE83-4292-B648-8EF53B2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48AB9-D038-490E-805D-FC51F59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Материал и текстура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242F4-42AC-4F46-9720-27003EA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216ED-C354-4CDA-899D-549F0CF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object — GameComponent&amp;, ресурс уже в Content.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std::string material = "/Game/Materials/Wood.mat";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SceneAssets::ValidateMaterial(material);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(!object.SetMaterialAsset(material))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std::runtime_error("Material unsupported");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Отдельная текстура объекта: материал сохраняется.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(!object.TrySetTexture("/Game/Textures/grid.png"))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set texture");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Убрать отдельную текстуру, оставив материал: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object.TrySetTexture("");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3E48-E980-4398-AE49-0A7C136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BaseMap меняйте в редакторе материала.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Отдельная текстура объекта дополнительно умножает его цвет.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SetMaterialAsset назначает ссылку; шейдер компилируется при отрисовке.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5A4BB-55BA-4B67-ABCD-54B83F19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Для новой геометрии используйте CreateModel. TrySetTexture меняет изображение, а не модель.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73F93-D0B1-4187-AD9C-0BDC8745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163686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DE4D3-7FB0-47EE-A3AC-5AA3158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7BFBB-DE6D-45EC-8273-1BF65695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Ввод: поля и жизненный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AAA16-47FA-439E-9E53-695A3FC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2AD9-281C-4AB5-8427-C4DF1C0E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Source/InputCube.h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&lt;Engine/InputDevice/InputActions.h&gt;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ENGINE_COMPONENT("InputCube")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InputCube : public RotatingCube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BeginPlay()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private: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bool spinning_ = true;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unsigned nextCube_ = 1;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Input::Connection toggle_, spawn_;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Input::Scope inputScope_;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SpawnCube();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AD22E-E9FD-40D3-9827-D4F8A37F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BeginPlay вызывается перед первым игровым вводом и Tick.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Connection нужно 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Scope объявлен последним из полей: он отключит обработчики до разрушения их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D3C73-C4D8-4778-8146-631342A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Скопируйте InputCube.h/.cpp из примеров в Source и добавьте один InputCube в сцену после сборки.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AD2D5-3EA0-499C-B823-D8E2713E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4716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76275-A1E9-4CC9-BB2C-30BC3698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EB83-9F16-4A12-AD36-E0E6B797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R: остановить вращение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2C311-2E7E-47A3-AE51-1C47E25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6742-0B9F-47C9-B08B-5C8A5CF3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RotatingCube::BeginPlay();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auto&amp; input = GetGame()-&gt;GetInput();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input.Bind({"ToggleRotation",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{Keys::R}});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toggle_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[this](const Input::Event&amp;)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spinning_ = !spinning_;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Здесь же добавьте привязку N со следующего слайда.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EB12-2189-4BB9-9ECA-37C2DC0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 переключает вращение один раз на нажатие.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Tick: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RotatingCube::Tick(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  spinning_ ? deltaTime : 0.0f);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После Play щёлкните viewport.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580F5-1383-4CAD-B28E-BBB1FA0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Контекст Game получает ввод в сфокусированном viewport в Play; Pause и потеря фокуса сбрасывают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11C7D-660B-42F8-B423-4A943FB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09651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389AE-FAC7-44A8-B692-B2683DE3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98E52-4170-41BD-A246-884850A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N: создать новый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65312-C510-4422-8268-52C1B546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3723E-70A8-46F5-95BC-A7E93EF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Продолжение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{Keys::N}});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spawn_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[this](const Input::Event&amp;) { SpawnCube();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InputCube::SpawnCube()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cube-&gt;SetPosition(GetLocalPosition() +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glm::vec3(2.0f * number, 0, 0));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name, cube, "RotatingCube");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4EA14-B7C9-4651-9872-78DFDB0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SpawnCube получает GetGame()-&gt;GetScene().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number — счётчик, name — свободное имя SpawnedCubeN.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полном файле проверяются имя и результат добавления.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39801-F6FE-4FA6-8CB0-BF07097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Новый куб появляется в копии Play. После Stop он исчезает вместе с этой копией.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A9278-EE42-4E36-A3C6-F2423B9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849293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17BFF-4256-499B-B3D9-66796D9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0E1F9-707F-4E35-97A7-023FB2DA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Сочетания и переназначение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33DA7-A8D7-4326-9EE6-E7BF776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4D638-BFEA-4438-924E-CB48D52C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BeginPlay после привязки ToggleRotation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input.Unbind(Input::Context::Game, "ToggleRotation");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input.Bind({"ToggleRotation",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{Keys::Control, Keys::R}});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Две привязки одной оси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{Keys::D}, 1});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{Keys::A}, -1});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76874-419F-47C4-AD44-59EAF0E9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Обработчик ToggleRotation остаётся прежним.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Ctrl + R — одновременное удержание клавиш.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MoveX подпишитесь на Phase::Axis и читайте e.value. A + D даёт ноль.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56959-0CC3-4D7B-8E8A-AB84C4D6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932561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B61A6-1B10-4E35-A220-10CAED9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43148-3D6C-4BE9-90D6-F2959A8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Своя схема управления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7236A-CBED-4458-A986-986482C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CE503-E7D3-4EF4-BC18-7B5F8A9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MyController : public CharacterController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using CharacterController::CharacterController;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BindInput() override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game_.GetInput().Bind({"Go",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Input::Context::Game, {Keys::I}});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connections_.push_back(game_.GetInput().Subscribe(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inputScope_, Input::Context::Game, 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Input::Phase::Axis,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[this](const Input::Event&amp; e)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forward_ = e.value;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}));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D272-711B-497A-BB5C-20C18730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 задаёт движение вперёд и заменяет стандартные привязки.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Game выбирает контроллер в методе фабрики. Пример — в README.txt.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своей камеры переопределите UpdateCamera().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E65E8-79C5-4118-976B-2E9B320F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Выберите MyGame: Проект → C++ → Типы C++ проекта…; персонажа назначьте в настройках 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FD015-2B5F-48DC-AB9D-FB8B053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277190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74508-12D4-4EFC-9F88-E443FC9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9646-10EC-432B-9800-C7E0647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Обновление движка 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5AA3F-7831-4CAF-BCCD-63E2CBA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00DF8-3BDB-4F31-AC45-E36EAB893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48e8d1d5d4cf7"/>
          <a:stretch xmlns:a="http://schemas.openxmlformats.org/drawingml/2006/main"/>
        </p:blipFill>
        <p:spPr>
          <a:xfrm xmlns:a="http://schemas.openxmlformats.org/drawingml/2006/main">
            <a:off x="4799918" y="1409700"/>
            <a:ext cx="644026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03FAE-A82E-426A-8C1D-527BB48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Версия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6C3D8-5645-4BB9-9484-E2E6541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Engine.lock.json закрепляет выпуск и конфигурацию.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506E5-D30A-48D1-BAD6-6E3E5AFC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Обновление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0901F-B25E-44A6-A279-7ED908BC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выпуск. Затем выберите «Обновить копию проекта…».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06CDA-E48C-4000-9744-FA9EF8D8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Проект C++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C3B85-E6B2-43CA-867A-FF041419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Пересоберите DLL новым SDK и проверьте сцену и 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4511F-BF95-4FA8-93CB-4B58FBA4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Исходный проект сохраняется; обновление выполняется в копии.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9E98B-4126-4347-A034-4EDE62D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599848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2A37D-400C-49D6-B35D-9376B0BE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A6253-D5BF-4759-962B-D4EB5AA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Частые вопросы при первом запуске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AC6B8-5A54-4B23-9DCD-4FAE58FF413C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 не двигается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Play, фокус viewport, назначение и флажок управления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 не импортируется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Blender 4.2+, доступные картинки или упакованные текстуры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Материал рисуется шахматкой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Ошибки HLSL, путь .mat; после исправления нажмите F6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Новый класс не виден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Успешная сборка, регистрация и Hot Reload в Edit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Ошибка сборки / загрузки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Console, CodeBuild.log и логи кандидата в Binaries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Пропала модель или текстура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Ресурс импортирован в Content и перенесён вместе с проектом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236B2-B45B-4C10-A5BF-FA8545DE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34948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2026-10-30T11:57:00.6270000Z</dcterms:created>
  <dcterms:modified xsi:type="dcterms:W3CDTF">2026-10-30T11:57:00.6270000Z</dcterms:modified>
</coreProperties>
</file>