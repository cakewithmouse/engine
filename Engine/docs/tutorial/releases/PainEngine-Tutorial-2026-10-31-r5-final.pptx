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22d9b428094f45" /><Relationship Type="http://schemas.openxmlformats.org/officeDocument/2006/relationships/extended-properties" Target="/docProps/app.xml" Id="R577157c7864646ea" /><Relationship Type="http://schemas.openxmlformats.org/officeDocument/2006/relationships/officeDocument" Target="/ppt/presentation.xml" Id="R365f16f851c64f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061fe976264dd2"/>
  </p:sldMasterIdLst>
  <p:notesMasterIdLst>
    <p:notesMasterId xmlns:r="http://schemas.openxmlformats.org/officeDocument/2006/relationships" r:id="R99b457dd6624469d"/>
  </p:notesMasterIdLst>
  <p:sldIdLst>
    <p:sldId xmlns:r="http://schemas.openxmlformats.org/officeDocument/2006/relationships" id="256" r:id="Re45a9f3ae1aa48d7"/>
    <p:sldId xmlns:r="http://schemas.openxmlformats.org/officeDocument/2006/relationships" id="257" r:id="R7ffb2b415d704923"/>
    <p:sldId xmlns:r="http://schemas.openxmlformats.org/officeDocument/2006/relationships" id="258" r:id="Rba43da39108341f0"/>
    <p:sldId xmlns:r="http://schemas.openxmlformats.org/officeDocument/2006/relationships" id="259" r:id="Rb0eb4020657e48c9"/>
    <p:sldId xmlns:r="http://schemas.openxmlformats.org/officeDocument/2006/relationships" id="260" r:id="R4b4d13cbd5ac4595"/>
    <p:sldId xmlns:r="http://schemas.openxmlformats.org/officeDocument/2006/relationships" id="261" r:id="R91b3c27ee9ee4139"/>
    <p:sldId xmlns:r="http://schemas.openxmlformats.org/officeDocument/2006/relationships" id="262" r:id="R841b4587f2f24e27"/>
    <p:sldId xmlns:r="http://schemas.openxmlformats.org/officeDocument/2006/relationships" id="263" r:id="R02dc88a3b3f94df7"/>
    <p:sldId xmlns:r="http://schemas.openxmlformats.org/officeDocument/2006/relationships" id="264" r:id="R13c59b9e90884d29"/>
    <p:sldId xmlns:r="http://schemas.openxmlformats.org/officeDocument/2006/relationships" id="265" r:id="R1969e8b6264a46d2"/>
    <p:sldId xmlns:r="http://schemas.openxmlformats.org/officeDocument/2006/relationships" id="266" r:id="R8b9cd652c6694791"/>
    <p:sldId xmlns:r="http://schemas.openxmlformats.org/officeDocument/2006/relationships" id="267" r:id="Ra9745a2e1d4e4142"/>
    <p:sldId xmlns:r="http://schemas.openxmlformats.org/officeDocument/2006/relationships" id="268" r:id="Rf5f435d85dcc43d7"/>
    <p:sldId xmlns:r="http://schemas.openxmlformats.org/officeDocument/2006/relationships" id="269" r:id="R27591b1156534650"/>
    <p:sldId xmlns:r="http://schemas.openxmlformats.org/officeDocument/2006/relationships" id="270" r:id="Re6cb681d562b4bbf"/>
    <p:sldId xmlns:r="http://schemas.openxmlformats.org/officeDocument/2006/relationships" id="271" r:id="Rab345d921eb34c82"/>
    <p:sldId xmlns:r="http://schemas.openxmlformats.org/officeDocument/2006/relationships" id="272" r:id="R9851b89a715b4d40"/>
    <p:sldId xmlns:r="http://schemas.openxmlformats.org/officeDocument/2006/relationships" id="273" r:id="R4c7e84a3e9b74b6d"/>
    <p:sldId xmlns:r="http://schemas.openxmlformats.org/officeDocument/2006/relationships" id="274" r:id="Rf4b093c402fd43e9"/>
    <p:sldId xmlns:r="http://schemas.openxmlformats.org/officeDocument/2006/relationships" id="275" r:id="R2f60c6608c794370"/>
    <p:sldId xmlns:r="http://schemas.openxmlformats.org/officeDocument/2006/relationships" id="276" r:id="Rd287473a83a54307"/>
    <p:sldId xmlns:r="http://schemas.openxmlformats.org/officeDocument/2006/relationships" id="277" r:id="R414dbf3aa4cf4776"/>
    <p:sldId xmlns:r="http://schemas.openxmlformats.org/officeDocument/2006/relationships" id="278" r:id="R835b3d578f3644be"/>
    <p:sldId xmlns:r="http://schemas.openxmlformats.org/officeDocument/2006/relationships" id="279" r:id="R53c2e891b71b499f"/>
    <p:sldId xmlns:r="http://schemas.openxmlformats.org/officeDocument/2006/relationships" id="280" r:id="R28ca2736c0e8448f"/>
    <p:sldId xmlns:r="http://schemas.openxmlformats.org/officeDocument/2006/relationships" id="281" r:id="Ra555bf3d44544dd5"/>
    <p:sldId xmlns:r="http://schemas.openxmlformats.org/officeDocument/2006/relationships" id="282" r:id="R8c0dbe82f3144fd0"/>
    <p:sldId xmlns:r="http://schemas.openxmlformats.org/officeDocument/2006/relationships" id="283" r:id="R6c19df0e69ef4962"/>
    <p:sldId xmlns:r="http://schemas.openxmlformats.org/officeDocument/2006/relationships" id="284" r:id="R9674adc377c5465c"/>
    <p:sldId xmlns:r="http://schemas.openxmlformats.org/officeDocument/2006/relationships" id="285" r:id="Rffc856ef5efd48dd"/>
    <p:sldId xmlns:r="http://schemas.openxmlformats.org/officeDocument/2006/relationships" id="286" r:id="R0ae32d83fa4c4a2d"/>
    <p:sldId xmlns:r="http://schemas.openxmlformats.org/officeDocument/2006/relationships" id="287" r:id="Rb1b7c2dd22904cdb"/>
    <p:sldId xmlns:r="http://schemas.openxmlformats.org/officeDocument/2006/relationships" id="288" r:id="R9e7fa2015d704ef2"/>
    <p:sldId xmlns:r="http://schemas.openxmlformats.org/officeDocument/2006/relationships" id="289" r:id="R25bbacf5658748be"/>
    <p:sldId xmlns:r="http://schemas.openxmlformats.org/officeDocument/2006/relationships" id="290" r:id="Rbd19e418d1fb44fe"/>
    <p:sldId xmlns:r="http://schemas.openxmlformats.org/officeDocument/2006/relationships" id="291" r:id="R370683abbf4742ab"/>
    <p:sldId xmlns:r="http://schemas.openxmlformats.org/officeDocument/2006/relationships" id="292" r:id="Rebd806bb9e5b4da1"/>
    <p:sldId xmlns:r="http://schemas.openxmlformats.org/officeDocument/2006/relationships" id="293" r:id="R5a492054976c40be"/>
    <p:sldId xmlns:r="http://schemas.openxmlformats.org/officeDocument/2006/relationships" id="294" r:id="R0e3edc36811b4bd3"/>
    <p:sldId xmlns:r="http://schemas.openxmlformats.org/officeDocument/2006/relationships" id="295" r:id="R1770619ca8164148"/>
    <p:sldId xmlns:r="http://schemas.openxmlformats.org/officeDocument/2006/relationships" id="296" r:id="Rbc87d87094424d26"/>
    <p:sldId xmlns:r="http://schemas.openxmlformats.org/officeDocument/2006/relationships" id="297" r:id="R76b072984e1048e5"/>
    <p:sldId xmlns:r="http://schemas.openxmlformats.org/officeDocument/2006/relationships" id="298" r:id="R5e49068e12664a03"/>
    <p:sldId xmlns:r="http://schemas.openxmlformats.org/officeDocument/2006/relationships" id="299" r:id="Rae8a2f4da2e84e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981d58d7b7425a" /><Relationship Type="http://schemas.openxmlformats.org/officeDocument/2006/relationships/slideMaster" Target="/ppt/slideMasters/slideMaster1.xml" Id="Rd4061fe976264dd2" /><Relationship Type="http://schemas.openxmlformats.org/officeDocument/2006/relationships/notesMaster" Target="/ppt/notesMasters/notesMaster1.xml" Id="R99b457dd6624469d" /><Relationship Type="http://schemas.openxmlformats.org/officeDocument/2006/relationships/presProps" Target="/ppt/presProps.xml" Id="R720b874a47504d2f" /><Relationship Type="http://schemas.openxmlformats.org/officeDocument/2006/relationships/tableStyles" Target="/ppt/tableStyles.xml" Id="Rf8d8759904514093" /><Relationship Type="http://schemas.openxmlformats.org/officeDocument/2006/relationships/slide" Target="/ppt/slides/slide1.xml" Id="Re45a9f3ae1aa48d7" /><Relationship Type="http://schemas.openxmlformats.org/officeDocument/2006/relationships/slide" Target="/ppt/slides/slide2.xml" Id="R7ffb2b415d704923" /><Relationship Type="http://schemas.openxmlformats.org/officeDocument/2006/relationships/slide" Target="/ppt/slides/slide3.xml" Id="Rba43da39108341f0" /><Relationship Type="http://schemas.openxmlformats.org/officeDocument/2006/relationships/slide" Target="/ppt/slides/slide4.xml" Id="Rb0eb4020657e48c9" /><Relationship Type="http://schemas.openxmlformats.org/officeDocument/2006/relationships/slide" Target="/ppt/slides/slide5.xml" Id="R4b4d13cbd5ac4595" /><Relationship Type="http://schemas.openxmlformats.org/officeDocument/2006/relationships/slide" Target="/ppt/slides/slide6.xml" Id="R91b3c27ee9ee4139" /><Relationship Type="http://schemas.openxmlformats.org/officeDocument/2006/relationships/slide" Target="/ppt/slides/slide7.xml" Id="R841b4587f2f24e27" /><Relationship Type="http://schemas.openxmlformats.org/officeDocument/2006/relationships/slide" Target="/ppt/slides/slide8.xml" Id="R02dc88a3b3f94df7" /><Relationship Type="http://schemas.openxmlformats.org/officeDocument/2006/relationships/slide" Target="/ppt/slides/slide9.xml" Id="R13c59b9e90884d29" /><Relationship Type="http://schemas.openxmlformats.org/officeDocument/2006/relationships/slide" Target="/ppt/slides/slide10.xml" Id="R1969e8b6264a46d2" /><Relationship Type="http://schemas.openxmlformats.org/officeDocument/2006/relationships/slide" Target="/ppt/slides/slide11.xml" Id="R8b9cd652c6694791" /><Relationship Type="http://schemas.openxmlformats.org/officeDocument/2006/relationships/slide" Target="/ppt/slides/slide12.xml" Id="Ra9745a2e1d4e4142" /><Relationship Type="http://schemas.openxmlformats.org/officeDocument/2006/relationships/slide" Target="/ppt/slides/slide13.xml" Id="Rf5f435d85dcc43d7" /><Relationship Type="http://schemas.openxmlformats.org/officeDocument/2006/relationships/slide" Target="/ppt/slides/slide14.xml" Id="R27591b1156534650" /><Relationship Type="http://schemas.openxmlformats.org/officeDocument/2006/relationships/slide" Target="/ppt/slides/slide15.xml" Id="Re6cb681d562b4bbf" /><Relationship Type="http://schemas.openxmlformats.org/officeDocument/2006/relationships/slide" Target="/ppt/slides/slide16.xml" Id="Rab345d921eb34c82" /><Relationship Type="http://schemas.openxmlformats.org/officeDocument/2006/relationships/slide" Target="/ppt/slides/slide17.xml" Id="R9851b89a715b4d40" /><Relationship Type="http://schemas.openxmlformats.org/officeDocument/2006/relationships/slide" Target="/ppt/slides/slide18.xml" Id="R4c7e84a3e9b74b6d" /><Relationship Type="http://schemas.openxmlformats.org/officeDocument/2006/relationships/slide" Target="/ppt/slides/slide19.xml" Id="Rf4b093c402fd43e9" /><Relationship Type="http://schemas.openxmlformats.org/officeDocument/2006/relationships/slide" Target="/ppt/slides/slide20.xml" Id="R2f60c6608c794370" /><Relationship Type="http://schemas.openxmlformats.org/officeDocument/2006/relationships/slide" Target="/ppt/slides/slide21.xml" Id="Rd287473a83a54307" /><Relationship Type="http://schemas.openxmlformats.org/officeDocument/2006/relationships/slide" Target="/ppt/slides/slide22.xml" Id="R414dbf3aa4cf4776" /><Relationship Type="http://schemas.openxmlformats.org/officeDocument/2006/relationships/slide" Target="/ppt/slides/slide23.xml" Id="R835b3d578f3644be" /><Relationship Type="http://schemas.openxmlformats.org/officeDocument/2006/relationships/slide" Target="/ppt/slides/slide24.xml" Id="R53c2e891b71b499f" /><Relationship Type="http://schemas.openxmlformats.org/officeDocument/2006/relationships/slide" Target="/ppt/slides/slide25.xml" Id="R28ca2736c0e8448f" /><Relationship Type="http://schemas.openxmlformats.org/officeDocument/2006/relationships/slide" Target="/ppt/slides/slide26.xml" Id="Ra555bf3d44544dd5" /><Relationship Type="http://schemas.openxmlformats.org/officeDocument/2006/relationships/slide" Target="/ppt/slides/slide27.xml" Id="R8c0dbe82f3144fd0" /><Relationship Type="http://schemas.openxmlformats.org/officeDocument/2006/relationships/slide" Target="/ppt/slides/slide28.xml" Id="R6c19df0e69ef4962" /><Relationship Type="http://schemas.openxmlformats.org/officeDocument/2006/relationships/slide" Target="/ppt/slides/slide29.xml" Id="R9674adc377c5465c" /><Relationship Type="http://schemas.openxmlformats.org/officeDocument/2006/relationships/slide" Target="/ppt/slides/slide30.xml" Id="Rffc856ef5efd48dd" /><Relationship Type="http://schemas.openxmlformats.org/officeDocument/2006/relationships/slide" Target="/ppt/slides/slide31.xml" Id="R0ae32d83fa4c4a2d" /><Relationship Type="http://schemas.openxmlformats.org/officeDocument/2006/relationships/slide" Target="/ppt/slides/slide32.xml" Id="Rb1b7c2dd22904cdb" /><Relationship Type="http://schemas.openxmlformats.org/officeDocument/2006/relationships/slide" Target="/ppt/slides/slide33.xml" Id="R9e7fa2015d704ef2" /><Relationship Type="http://schemas.openxmlformats.org/officeDocument/2006/relationships/slide" Target="/ppt/slides/slide34.xml" Id="R25bbacf5658748be" /><Relationship Type="http://schemas.openxmlformats.org/officeDocument/2006/relationships/slide" Target="/ppt/slides/slide35.xml" Id="Rbd19e418d1fb44fe" /><Relationship Type="http://schemas.openxmlformats.org/officeDocument/2006/relationships/slide" Target="/ppt/slides/slide36.xml" Id="R370683abbf4742ab" /><Relationship Type="http://schemas.openxmlformats.org/officeDocument/2006/relationships/slide" Target="/ppt/slides/slide37.xml" Id="Rebd806bb9e5b4da1" /><Relationship Type="http://schemas.openxmlformats.org/officeDocument/2006/relationships/slide" Target="/ppt/slides/slide38.xml" Id="R5a492054976c40be" /><Relationship Type="http://schemas.openxmlformats.org/officeDocument/2006/relationships/slide" Target="/ppt/slides/slide39.xml" Id="R0e3edc36811b4bd3" /><Relationship Type="http://schemas.openxmlformats.org/officeDocument/2006/relationships/slide" Target="/ppt/slides/slide40.xml" Id="R1770619ca8164148" /><Relationship Type="http://schemas.openxmlformats.org/officeDocument/2006/relationships/slide" Target="/ppt/slides/slide41.xml" Id="Rbc87d87094424d26" /><Relationship Type="http://schemas.openxmlformats.org/officeDocument/2006/relationships/slide" Target="/ppt/slides/slide42.xml" Id="R76b072984e1048e5" /><Relationship Type="http://schemas.openxmlformats.org/officeDocument/2006/relationships/slide" Target="/ppt/slides/slide43.xml" Id="R5e49068e12664a03" /><Relationship Type="http://schemas.openxmlformats.org/officeDocument/2006/relationships/slide" Target="/ppt/slides/slide44.xml" Id="Rae8a2f4da2e84e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bf1053ae1149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a1fb2d6c4a4b08" /><Relationship Type="http://schemas.openxmlformats.org/officeDocument/2006/relationships/notesMaster" Target="/ppt/notesMasters/notesMaster1.xml" Id="R786f5da66db54d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70ff83c6804b20" /><Relationship Type="http://schemas.openxmlformats.org/officeDocument/2006/relationships/notesMaster" Target="/ppt/notesMasters/notesMaster1.xml" Id="Ra206e77081344e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ac6df90e9c47bd" /><Relationship Type="http://schemas.openxmlformats.org/officeDocument/2006/relationships/notesMaster" Target="/ppt/notesMasters/notesMaster1.xml" Id="Rb19128fb324d47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e2474d9d404b39" /><Relationship Type="http://schemas.openxmlformats.org/officeDocument/2006/relationships/notesMaster" Target="/ppt/notesMasters/notesMaster1.xml" Id="R23bec522763747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c623c084be431e" /><Relationship Type="http://schemas.openxmlformats.org/officeDocument/2006/relationships/notesMaster" Target="/ppt/notesMasters/notesMaster1.xml" Id="R999875479d284c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93c3c6cb7a4eb8" /><Relationship Type="http://schemas.openxmlformats.org/officeDocument/2006/relationships/notesMaster" Target="/ppt/notesMasters/notesMaster1.xml" Id="R2225646b4ce240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48c99e401b4651" /><Relationship Type="http://schemas.openxmlformats.org/officeDocument/2006/relationships/notesMaster" Target="/ppt/notesMasters/notesMaster1.xml" Id="R0035549211ab4d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b27e71c9c140a5" /><Relationship Type="http://schemas.openxmlformats.org/officeDocument/2006/relationships/notesMaster" Target="/ppt/notesMasters/notesMaster1.xml" Id="Red937dbf03e449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95dda228d04670" /><Relationship Type="http://schemas.openxmlformats.org/officeDocument/2006/relationships/notesMaster" Target="/ppt/notesMasters/notesMaster1.xml" Id="Rf40f121eb46741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bf53a19d2143c8" /><Relationship Type="http://schemas.openxmlformats.org/officeDocument/2006/relationships/notesMaster" Target="/ppt/notesMasters/notesMaster1.xml" Id="R97a2e7159b994e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f193cf67fe4252" /><Relationship Type="http://schemas.openxmlformats.org/officeDocument/2006/relationships/notesMaster" Target="/ppt/notesMasters/notesMaster1.xml" Id="Ra11d5fd4fed14c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c720e888a047f8" /><Relationship Type="http://schemas.openxmlformats.org/officeDocument/2006/relationships/notesMaster" Target="/ppt/notesMasters/notesMaster1.xml" Id="Rced1422dd68649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c0fb94e0af4a67" /><Relationship Type="http://schemas.openxmlformats.org/officeDocument/2006/relationships/notesMaster" Target="/ppt/notesMasters/notesMaster1.xml" Id="R4a55ace52fc44d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23e03cb8c84bc8" /><Relationship Type="http://schemas.openxmlformats.org/officeDocument/2006/relationships/notesMaster" Target="/ppt/notesMasters/notesMaster1.xml" Id="R62833ebb3ced42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0969c0006f48f5" /><Relationship Type="http://schemas.openxmlformats.org/officeDocument/2006/relationships/notesMaster" Target="/ppt/notesMasters/notesMaster1.xml" Id="Re222da1761074d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d28397cd084dc6" /><Relationship Type="http://schemas.openxmlformats.org/officeDocument/2006/relationships/notesMaster" Target="/ppt/notesMasters/notesMaster1.xml" Id="R09862ed3055844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4912a2e8bf4c6a" /><Relationship Type="http://schemas.openxmlformats.org/officeDocument/2006/relationships/notesMaster" Target="/ppt/notesMasters/notesMaster1.xml" Id="R13340ab04dd548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8133ecedb494e68" /><Relationship Type="http://schemas.openxmlformats.org/officeDocument/2006/relationships/notesMaster" Target="/ppt/notesMasters/notesMaster1.xml" Id="R548a711cbec24e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c489a0857e437a" /><Relationship Type="http://schemas.openxmlformats.org/officeDocument/2006/relationships/notesMaster" Target="/ppt/notesMasters/notesMaster1.xml" Id="R5032e5b1783d41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4f016e98d842d0" /><Relationship Type="http://schemas.openxmlformats.org/officeDocument/2006/relationships/notesMaster" Target="/ppt/notesMasters/notesMaster1.xml" Id="R5cd5cabfc44a4db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fbe8579b2e4f8e" /><Relationship Type="http://schemas.openxmlformats.org/officeDocument/2006/relationships/notesMaster" Target="/ppt/notesMasters/notesMaster1.xml" Id="R1bd527e8eb0344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6abcf88d9954961" /><Relationship Type="http://schemas.openxmlformats.org/officeDocument/2006/relationships/notesMaster" Target="/ppt/notesMasters/notesMaster1.xml" Id="R25a829b1f67344f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032e1259bf4e3c" /><Relationship Type="http://schemas.openxmlformats.org/officeDocument/2006/relationships/notesMaster" Target="/ppt/notesMasters/notesMaster1.xml" Id="Ra72a84c1d87e4c8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f3af38c5c8743c1" /><Relationship Type="http://schemas.openxmlformats.org/officeDocument/2006/relationships/notesMaster" Target="/ppt/notesMasters/notesMaster1.xml" Id="R7ab6a81238864ba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f50eecf8c9b46e3" /><Relationship Type="http://schemas.openxmlformats.org/officeDocument/2006/relationships/notesMaster" Target="/ppt/notesMasters/notesMaster1.xml" Id="R4956c15c8b5f449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d73db75ae4549f8" /><Relationship Type="http://schemas.openxmlformats.org/officeDocument/2006/relationships/notesMaster" Target="/ppt/notesMasters/notesMaster1.xml" Id="Re7fc6f603163470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e5d1d80a09e4534" /><Relationship Type="http://schemas.openxmlformats.org/officeDocument/2006/relationships/notesMaster" Target="/ppt/notesMasters/notesMaster1.xml" Id="Rc5a2dfc22459438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4d507228524169" /><Relationship Type="http://schemas.openxmlformats.org/officeDocument/2006/relationships/notesMaster" Target="/ppt/notesMasters/notesMaster1.xml" Id="R11e092377355427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615d9abee3c467f" /><Relationship Type="http://schemas.openxmlformats.org/officeDocument/2006/relationships/notesMaster" Target="/ppt/notesMasters/notesMaster1.xml" Id="R937ca588123544a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f722ed9aefa4925" /><Relationship Type="http://schemas.openxmlformats.org/officeDocument/2006/relationships/notesMaster" Target="/ppt/notesMasters/notesMaster1.xml" Id="R38b7eb963a2d491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cbee2cfbd2749ae" /><Relationship Type="http://schemas.openxmlformats.org/officeDocument/2006/relationships/notesMaster" Target="/ppt/notesMasters/notesMaster1.xml" Id="R547281ff567d42d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5ffe75e9977437a" /><Relationship Type="http://schemas.openxmlformats.org/officeDocument/2006/relationships/notesMaster" Target="/ppt/notesMasters/notesMaster1.xml" Id="R3ebb343a258b484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642bb37a29c4cf8" /><Relationship Type="http://schemas.openxmlformats.org/officeDocument/2006/relationships/notesMaster" Target="/ppt/notesMasters/notesMaster1.xml" Id="R95ac0bd42f48462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ae7533cd5884602" /><Relationship Type="http://schemas.openxmlformats.org/officeDocument/2006/relationships/notesMaster" Target="/ppt/notesMasters/notesMaster1.xml" Id="R0db172847447461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b11dcc9f26844a0" /><Relationship Type="http://schemas.openxmlformats.org/officeDocument/2006/relationships/notesMaster" Target="/ppt/notesMasters/notesMaster1.xml" Id="R70d596523f304bb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229765d4b7f449e" /><Relationship Type="http://schemas.openxmlformats.org/officeDocument/2006/relationships/notesMaster" Target="/ppt/notesMasters/notesMaster1.xml" Id="Rf9773cd04d074e9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e514d95047b4b33" /><Relationship Type="http://schemas.openxmlformats.org/officeDocument/2006/relationships/notesMaster" Target="/ppt/notesMasters/notesMaster1.xml" Id="Rd7e50ab84d5b44c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e7b9f2878e94820" /><Relationship Type="http://schemas.openxmlformats.org/officeDocument/2006/relationships/notesMaster" Target="/ppt/notesMasters/notesMaster1.xml" Id="R6a7f01391ea7475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abb35ce819e4db3" /><Relationship Type="http://schemas.openxmlformats.org/officeDocument/2006/relationships/notesMaster" Target="/ppt/notesMasters/notesMaster1.xml" Id="R346b1a89e3614fb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76ea35e3f4f4d3f" /><Relationship Type="http://schemas.openxmlformats.org/officeDocument/2006/relationships/notesMaster" Target="/ppt/notesMasters/notesMaster1.xml" Id="R5b6e099d577a47d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c8692500a3e45dc" /><Relationship Type="http://schemas.openxmlformats.org/officeDocument/2006/relationships/notesMaster" Target="/ppt/notesMasters/notesMaster1.xml" Id="Rc148e2338541440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50af479e87f4cba" /><Relationship Type="http://schemas.openxmlformats.org/officeDocument/2006/relationships/notesMaster" Target="/ppt/notesMasters/notesMaster1.xml" Id="R992add37f9c44d7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abb1deecaf14737" /><Relationship Type="http://schemas.openxmlformats.org/officeDocument/2006/relationships/notesMaster" Target="/ppt/notesMasters/notesMaster1.xml" Id="Re03749f4b2d44c8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19847a15f4f49a9" /><Relationship Type="http://schemas.openxmlformats.org/officeDocument/2006/relationships/notesMaster" Target="/ppt/notesMasters/notesMaster1.xml" Id="R28c0aae940414a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Редакция 5, 31.10.2026. Проверены изменения Александра 9bbd0b37 (рендер HUD) и 21645ba6 (XML-разметка, дерево UI, кнопки, горячее обновление), включённые в a1519576. Engine/Version.json по-прежнему 2026.10.31.2. Для UI требуются новые заголовки и библиотека, а не только совпадение номера SDK. Сохранены пользовательские сокращения и оформление r4. Обложка использует реальный снимок редактора из r4. Иллюстрации прежних разделов сохраняются с пояснениями в заметках.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Engine/Version.json</a:t>
            </a:r>
          </a:p>
          <a:p xmlns:a="http://schemas.openxmlformats.org/drawingml/2006/main">
            <a:r>
              <a:t>Engine/docs/tutorial/examples/README.txt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Game/Launcher/Source/Main.cpp</a:t>
            </a:r>
          </a:p>
          <a:p xmlns:a="http://schemas.openxmlformats.org/drawingml/2006/main">
            <a:r>
              <a:t>Engine/BuildSupport/ProjectTools.ps1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Актуальный снимок 2026.10.31.2: открытый учебный проект с двумя кубами. Выбран медленный куб. Снимок содержит настоящий D3D viewport.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Фрагмент реального окна 2026.10.31.2. Панель допускает dock/float и вложенные/табулированные области. Раскладка сохраняется при закрытии редактора.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изменения высоты тяните широкую серую границу над панелью; для перемещения — её заголовок или вкладку. Раскладка запоминается по проекту. Актуальный снимок меню «Вид».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Editor/Source/FileBrowser.cpp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Editor/Source/ViewportWidget.cpp</a:t>
            </a:r>
          </a:p>
          <a:p xmlns:a="http://schemas.openxmlformats.org/drawingml/2006/main">
            <a:r>
              <a:t>Editor/Source/MainWindow.cpp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Выбор родителя и ребёнка не удваивает преобразование. Старая DLL без Engine.Editor.Batch сохраняет одиночное выделение.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Editor/Source/SceneObjectsPanel.cpp</a:t>
            </a:r>
          </a:p>
          <a:p xmlns:a="http://schemas.openxmlformats.org/drawingml/2006/main">
            <a:r>
              <a:t>Editor/Source/ViewportWidget.cpp</a:t>
            </a:r>
          </a:p>
          <a:p xmlns:a="http://schemas.openxmlformats.org/drawingml/2006/main">
            <a:r>
              <a:t>Engine/docs/RELIABLE-WORKFLOW.md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Импорт сначала копирует ресурс в Content. Сам импорт не добавляет объект в сцену. FBX/BLEND создают базовые материалы автоматически; прямой GLB/glTF/OBJ пока используют ручное назначение материала. Текстуру нужно импортировать до её назначения. Изменения сцены выполняются в Edit.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Editor/Source/AssetTools.cpp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Engine/Source/Scene/ModelImport.cpp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FBX копирует внешние и извлекает встроенные цветовые изображения. BLEND преобразуется в GLB фоновым Blender; после импорта Blender для запуска проекта не нужен. Материалы всех мешей создаются, но объект пока использует один — материал первого меша. Изображение используется через BaseMap, поэтому поле отдельной текстуры объекта остаётся пустым. В примере на скриншоте BaseMap — импортированная зелёная картинка. Внешние изображения должны существовать, упакованные поддерживаются. Процедурные материалы предварительно запеките. Повторный импорт создаёт отдельную папку. Прямые GLB/glTF/OBJ не получают этот автоматический материал.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Engine/Source/Scene/ModelImport.cpp</a:t>
            </a:r>
          </a:p>
          <a:p xmlns:a="http://schemas.openxmlformats.org/drawingml/2006/main">
            <a:r>
              <a:t>Engine/Source/Scene/SceneAssets.cpp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Переимпорт сохраняет /Game-путь, размещение и существующие .mat/.hlsl/.import.json. Перенос обновляет ссылки в сценах Content и .mat, но не пути в C++. Внутренние ресурсы модели отдельно не перемещаются. Резервные файлы: .painengine/AssetBackups. Восстановление вручную, не Undo ресурса. При старом модуле пересоберите новым SDK.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Editor/Source/FileBrowser.cpp</a:t>
            </a:r>
          </a:p>
          <a:p xmlns:a="http://schemas.openxmlformats.org/drawingml/2006/main">
            <a:r>
              <a:t>Engine/Source/Scene/AssetUpdate.cpp</a:t>
            </a:r>
          </a:p>
          <a:p xmlns:a="http://schemas.openxmlformats.org/drawingml/2006/main">
            <a:r>
              <a:t>Engine/docs/ASSET-UPDATES-AND-PROPERTIES.md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материал ещё не назначен, «Редактировать» создаёт .mat и .hlsl в Content/Materials. «Выбрать…» назначает готовый .mat; «Убрать» возвращает материал по умолчанию. Превью: сфера, куб или плоскость; мышь вращает камеру, колесо приближает. Смешивание: opaque, masked, translucent, additive; доступны unlit, two-sided и тени. Поля параметров отражаются из HLSL: MaterialParams/b1, Texture2D/t6 и далее. Ошибки компиляции появляются под кодом, двойной щелчок ведёт к строке. «Откатить» восстанавливает файлы с диска. Назначение материала меняется в Edit, параметры самого материала можно смотреть и в Play. Один .mat разделяется между использующими его объектами.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Editor/Source/MaterialEditorWindow.cpp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Engine/docs/MATERIALS.md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Меню выбирает существующий Light.Directional или создаёт его. Поворот можно задавать численно или гизмо поворота. Направление получается поворотом локальной оси -Z с учётом поворотов родителей. Источник освещает всю сцену, положение задаёт лишь место маркера. Для теней нужны включённый источник, ненулевая интенсивность, флажок «Тени», подходящая дальность, объект и материал, допускающие тени. На снимке флажок теней выключен намеренно во время UI-теста; это не пример результата рендеринга. В сценах проекта нет скрытого направленного и полусферического фонового света. Точечные источники и unlit-материалы могут оставаться видимыми без солнца. Ctrl+S сохраняет настройки вместе со сценой, Undo/Redo и Play/Stop их учитывают.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Editor/Source/ObjectInspectorPanel.cpp</a:t>
            </a:r>
          </a:p>
          <a:p xmlns:a="http://schemas.openxmlformats.org/drawingml/2006/main">
            <a:r>
              <a:t>Engine/Include/Engine/Components/Light/DirectionalLightComponent.h</a:t>
            </a:r>
          </a:p>
          <a:p xmlns:a="http://schemas.openxmlformats.org/drawingml/2006/main">
            <a:r>
              <a:t>Engine/Source/Components/Light/DirectionalLightComponent.cpp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Engine/Content/Shaders/Common.hlsli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Иллюстрация из предыдущей редакции; расположение общих полей может отличаться в сворачиваемом инспекторе 2026.10.31.2. Этот снимок показывает точечный свет. Направленный источник описан отдельно; у него нет радиуса освещения.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Engine/Include/Engine/Project/StandardTypes.h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Добавьте персонажа и назначьте его в диалоге Play.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Начальные параметры диалога: расстояние 5, высота 2, чувствительность 0.005. Настройки сохраняются вместе со сценой.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Engine/docs/INPUT-CHARACTER.md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Отдельный запуск: Запуск → Запустить отдельным окном.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Editor/Source/ViewportWidget.cpp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«Сохранить сцену» / Ctrl+S не меняет startupScene. «Сделать стартовой сценой» сохраняет текущую сцену и задаёт её в Project.json. Play использует текущую копию, отдельный запуск и экспорт — сохранённую стартовую сцену. Для переноса нужна вся папка проекта. Материалы сохраняйте в их собственных окнах. Восстановление сцены не включает несохранённый HLSL.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Engine/docs/CODE-PROJECTS.md</a:t>
            </a:r>
          </a:p>
          <a:p xmlns:a="http://schemas.openxmlformats.org/drawingml/2006/main">
            <a:r>
              <a:t>Engine/docs/SCENE-JSON.md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Engine/docs/RELIABLE-WORKFLOW.md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Recovery хранит отдельный снимок изменённой сцены, не перезаписывает основной файл и не включает несохранённые материалы/HLSL. Экспорт включает runtime, DLL и Content; Visual Studio получателю не нужна. Произвольные внешние файлы C++ автор должен перенести в Content. Проверка на чистой Windows остаётся отдельным шагом перед выпуском.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Editor/Include/RecoveryStore.h</a:t>
            </a:r>
          </a:p>
          <a:p xmlns:a="http://schemas.openxmlformats.org/drawingml/2006/main">
            <a:r>
              <a:t>Engine/Runtime/ProjectExport.h</a:t>
            </a:r>
          </a:p>
          <a:p xmlns:a="http://schemas.openxmlformats.org/drawingml/2006/main">
            <a:r>
              <a:t>Engine/docs/RELIABLE-WORKFLOW.md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Графического редактора переназначения всех действий сейчас нет. Привязки можно менять в C++ без замены обработчиков. Каталог поддерживает Component, Character как семейство компонента, Game и обычные Object через существующий адаптер. Класс Game выбирается отдельно для запуска, а компоненты и поддерживаемые Object появляются в палитре после сборки и перезапуска. Стандартной палитры UI и отдельного визуального редактора HUD пока нет. Файл .ui описывает внешний вид, C++ загружает его и задаёт поведение.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Engine/docs/INPUT-CHARACTER.md</a:t>
            </a:r>
          </a:p>
          <a:p xmlns:a="http://schemas.openxmlformats.org/drawingml/2006/main">
            <a:r>
              <a:t>Engine/docs/CODE-PROJECTS.md</a:t>
            </a:r>
          </a:p>
          <a:p xmlns:a="http://schemas.openxmlformats.org/drawingml/2006/main">
            <a:r>
              <a:t>Editor/Source/CodeTools.cpp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Editor/Source/CodeTools.cpp</a:t>
            </a:r>
          </a:p>
          <a:p xmlns:a="http://schemas.openxmlformats.org/drawingml/2006/main">
            <a:r>
              <a:t>Editor/Include/CodeClassDialog.h</a:t>
            </a:r>
          </a:p>
          <a:p xmlns:a="http://schemas.openxmlformats.org/drawingml/2006/main">
            <a:r>
              <a:t>Engine/BuildSupport/ProjectTools.ps1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ProjectGame не добавляет второй пример, если в сцене уже есть RotatingCube или его наследник. Подключение C++ не переписывает файл сохранённой сцены. Существующие C++ проекты не обновляются автоматически. В следующих двух слайдах оставлен минимальный вариант без интерфейса свойств. Полный отдельный PropertyTutorial содержит три пользовательских поля.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Engine/BuildSupport/ProjectTools.ps1</a:t>
            </a:r>
          </a:p>
          <a:p xmlns:a="http://schemas.openxmlformats.org/drawingml/2006/main">
            <a:r>
              <a:t>Engine/docs/tutorial/examples/ProjectGame.cpp</a:t>
            </a:r>
          </a:p>
          <a:p xmlns:a="http://schemas.openxmlformats.org/drawingml/2006/main">
            <a:r>
              <a:t>Engine/docs/tutorial/examples/RotatingCube.cpp</a:t>
            </a:r>
          </a:p>
          <a:p xmlns:a="http://schemas.openxmlformats.org/drawingml/2006/main">
            <a:r>
              <a:t>Engine/docs/tutorial/examples/RotatingCube.h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Engine/docs/tutorial/examples/RotatingCube.h</a:t>
            </a:r>
          </a:p>
          <a:p xmlns:a="http://schemas.openxmlformats.org/drawingml/2006/main">
            <a:r>
              <a:t>Engine/docs/tutorial/examples/RotatingCube.cpp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Минимальный учебный пример из examples. В актуальном шаблоне скорость хранится в speed_, а enabled_ включает вращение. Расширение с пользовательскими полями показано далее.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Engine/BuildSupport/ProjectTools.ps1</a:t>
            </a:r>
          </a:p>
          <a:p xmlns:a="http://schemas.openxmlformats.org/drawingml/2006/main">
            <a:r>
              <a:t>Engine/Source/Components/GameComponents.cpp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Снимок реального инспектора до изменения: скорость 45, вращение включено, яркость 0.50. Второй куб имеет 180°/с и яркость 1. Положение слева/справа зависит от камеры: выбирайте по имени в дереве. Разделы сворачиваются нажатием заголовка. Состояние запоминается по типу объекта. Исходники воспроизводимого проекта: Game/PropertyTutorial; Create.ps1 требует новый Destination, собранный runtime и SDK. Из архива исходников используйте файлы в существующем C++ проекте по инструкции.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Game/PropertyTutorial/Source/RotatingCube.h</a:t>
            </a:r>
          </a:p>
          <a:p xmlns:a="http://schemas.openxmlformats.org/drawingml/2006/main">
            <a:r>
              <a:t>Game/PropertyTutorial/Source/RotatingCube.cpp</a:t>
            </a:r>
          </a:p>
          <a:p xmlns:a="http://schemas.openxmlformats.org/drawingml/2006/main">
            <a:r>
              <a:t>Game/PropertyTutorial/README.md</a:t>
            </a:r>
          </a:p>
          <a:p xmlns:a="http://schemas.openxmlformats.org/drawingml/2006/main">
            <a:r>
              <a:t>Game/PropertyTutorial/Content/Scenes/Main.scene.json</a:t>
            </a:r>
          </a:p>
          <a:p xmlns:a="http://schemas.openxmlformats.org/drawingml/2006/main">
            <a:r>
              <a:t>Game/PropertyTutorial/OpenEditor.ps1</a:t>
            </a:r>
          </a:p>
          <a:p xmlns:a="http://schemas.openxmlformats.org/drawingml/2006/main">
            <a:r>
              <a:t>Game/PropertyTutorial/Create.ps1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Скорость применяется Tick в Play; яркость — SetColor в LoadProjectData уже в Edit. Диапазоны: скорость −720…720, яркость 0.1…1.0. Изменять поля нужно в Edit. Stop возвращает редакторскую сцену.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Game/PropertyTutorial/Source/RotatingCube.h</a:t>
            </a:r>
          </a:p>
          <a:p xmlns:a="http://schemas.openxmlformats.org/drawingml/2006/main">
            <a:r>
              <a:t>Game/PropertyTutorial/Source/RotatingCube.cpp</a:t>
            </a:r>
          </a:p>
          <a:p xmlns:a="http://schemas.openxmlformats.org/drawingml/2006/main">
            <a:r>
              <a:t>Game/PropertyTutorial/README.md</a:t>
            </a:r>
          </a:p>
          <a:p xmlns:a="http://schemas.openxmlformats.org/drawingml/2006/main">
            <a:r>
              <a:t>Game/PropertyTutorial/Content/Scenes/Main.scene.json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Наследование показано без регистрации, методов и полей для компактности; JSON ниже — элемент массива fields, не отдельный C++ блок. Полная DescribeEditorProperties возвращает R"json({"version":1,"fields":[...]})json". Другие типы: integer, bool, enum, object, asset, string.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Game/PropertyTutorial/Source/RotatingCube.h</a:t>
            </a:r>
          </a:p>
          <a:p xmlns:a="http://schemas.openxmlformats.org/drawingml/2006/main">
            <a:r>
              <a:t>Game/PropertyTutorial/Source/RotatingCube.cpp</a:t>
            </a:r>
          </a:p>
          <a:p xmlns:a="http://schemas.openxmlformats.org/drawingml/2006/main">
            <a:r>
              <a:t>Game/PropertyTutorial/README.md</a:t>
            </a:r>
          </a:p>
          <a:p xmlns:a="http://schemas.openxmlformats.org/drawingml/2006/main">
            <a:r>
              <a:t>Game/PropertyTutorial/Content/Scenes/Main.scene.json</a:t>
            </a:r>
          </a:p>
          <a:p xmlns:a="http://schemas.openxmlformats.org/drawingml/2006/main">
            <a:r>
              <a:t>Engine/Include/Engine/Components/EditorProperties.h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проверьте весь JSON, затем меняйте поля: ошибка не должна оставлять частично применённое состояние. Новое поле требует сборки / Hot Reload в Edit. Автоматического обхода C++ полей нет. Для ссылок на объекты требуется RemapProjectReferences. Версия данных — 1, новый brightness по умолчанию 1 при чтении прежних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Game/PropertyTutorial/Source/RotatingCube.h</a:t>
            </a:r>
          </a:p>
          <a:p xmlns:a="http://schemas.openxmlformats.org/drawingml/2006/main">
            <a:r>
              <a:t>Game/PropertyTutorial/Source/RotatingCube.cpp</a:t>
            </a:r>
          </a:p>
          <a:p xmlns:a="http://schemas.openxmlformats.org/drawingml/2006/main">
            <a:r>
              <a:t>Game/PropertyTutorial/README.md</a:t>
            </a:r>
          </a:p>
          <a:p xmlns:a="http://schemas.openxmlformats.org/drawingml/2006/main">
            <a:r>
              <a:t>Game/PropertyTutorial/Content/Scenes/Main.scene.json</a:t>
            </a:r>
          </a:p>
          <a:p xmlns:a="http://schemas.openxmlformats.org/drawingml/2006/main">
            <a:r>
              <a:t>Engine/docs/ASSET-UPDATES-AND-PROPERTIES.md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Фрагмент внутри AfterInitialize пользовательского Game. В полном приложенном ProjectGame.cpp есть includes, проверка отсутствия RotatingCube и подбор свободного имени.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Engine/BuildSupport/ProjectTools.ps1</a:t>
            </a:r>
          </a:p>
          <a:p xmlns:a="http://schemas.openxmlformats.org/drawingml/2006/main">
            <a:r>
              <a:t>Engine/Include/Engine/Scene/Scene.h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Объект создаётся из уже импортированного файла. BLEND после импорта становится GLB. Не отделяйте модель от .import.json, Materials и Textures: это единый переносимый набор. CreateModel(path, false) отключает автоматическое назначение материала. Имя объекта должно быть свободным.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Engine/docs/tutorial/examples/ModelExample.cpp</a:t>
            </a:r>
          </a:p>
          <a:p xmlns:a="http://schemas.openxmlformats.org/drawingml/2006/main">
            <a:r>
              <a:t>Engine/Source/Scene/SceneAssets.cpp</a:t>
            </a:r>
          </a:p>
          <a:p xmlns:a="http://schemas.openxmlformats.org/drawingml/2006/main">
            <a:r>
              <a:t>Engine/Include/Engine/Scene/SceneAssets.h</a:t>
            </a:r>
          </a:p>
          <a:p xmlns:a="http://schemas.openxmlformats.org/drawingml/2006/main">
            <a:r>
              <a:t>Engine/docs/PROJECT-ASSETS.md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импортируйте grid.png, создайте Wood.mat и убедитесь, что shader и BaseMap доступны. TrySetTexture проверяет изображение и сохраняет прежнюю текстуру при ошибке. ValidateMaterial проверяет файл материала, но не успешность компиляции HLSL. В редакторском коде Scene::SetTextureAsset/SetMaterialAsset также меняют ревизию сцены, но возвращают Busy во время обновления. SceneAssets::Apply без четвёртого аргумента сбрасывает материал: для его сохранения передайте object.GetMaterialAsset(). Функции AssignMaterial и AssignTexture приведены в ModelExample.cpp.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Engine/docs/tutorial/examples/ModelExample.cpp</a:t>
            </a:r>
          </a:p>
          <a:p xmlns:a="http://schemas.openxmlformats.org/drawingml/2006/main">
            <a:r>
              <a:t>Engine/Include/Engine/Components/GameComponents.h</a:t>
            </a:r>
          </a:p>
          <a:p xmlns:a="http://schemas.openxmlformats.org/drawingml/2006/main">
            <a:r>
              <a:t>Engine/Source/Scene/SceneAssets.cpp</a:t>
            </a:r>
          </a:p>
          <a:p xmlns:a="http://schemas.openxmlformats.org/drawingml/2006/main">
            <a:r>
              <a:t>Engine/Source/Scene/Scene.cpp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Engine/docs/tutorial/examples/InputCube.h</a:t>
            </a:r>
          </a:p>
          <a:p xmlns:a="http://schemas.openxmlformats.org/drawingml/2006/main">
            <a:r>
              <a:t>Engine/Source/MainGame/BaseGameClass/Game.cpp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Engine/docs/tutorial/examples/InputCube.cpp</a:t>
            </a:r>
          </a:p>
          <a:p xmlns:a="http://schemas.openxmlformats.org/drawingml/2006/main">
            <a:r>
              <a:t>Engine/Include/Engine/InputDevice/InputActions.h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слайде фрагменты. Полная SpawnCube в приложенном InputCube.cpp получает сцену, подбирает уникальное имя и проверяет результат AddComponent. Пример рассчитан на один InputCube: клавиши R/N зарегистрированы в общем контексте Game.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Engine/docs/tutorial/examples/InputCube.cpp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Привязки меняйте в потоке движка. Unbind сбрасывает активное действие и требует отпускания клавиш. Полный контракт в InputActions.h.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Engine/Include/Engine/InputDevice/InputActions.h</a:t>
            </a:r>
          </a:p>
          <a:p xmlns:a="http://schemas.openxmlformats.org/drawingml/2006/main">
            <a:r>
              <a:t>Engine/docs/INPUT-CHARACTER.md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Добавьте #include &lt;Engine/MainGame/CharacterController.h&gt;. В пользовательском Game объявите std::unique_ptr&lt;CharacterController&gt; CreateCharacterController() override; и реализуйте: std::unique_ptr&lt;CharacterController&gt; MyGame::CreateCharacterController() { return std::make_unique&lt;MyController&gt;(*this); }. Выберите MyGame через «Типы C++ проекта… → Выбрать Game». Персонажа по-прежнему назначьте в «Настроить Play…». Оставьте управление включённым, чтобы контроллер был активен. Здесь BindInput полностью заменяет стандартную схему, поэтому WASD и обзор ПКМ больше не зарегистрированы этим контроллером. При необходимости добавьте собственные оси, свой Tick и UpdateCamera. Character можно заменить через Possess.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Engine/Include/Engine/MainGame/CharacterController.h</a:t>
            </a:r>
          </a:p>
          <a:p xmlns:a="http://schemas.openxmlformats.org/drawingml/2006/main">
            <a:r>
              <a:t>Engine/Source/MainGame/CharacterController.cpp</a:t>
            </a:r>
          </a:p>
          <a:p xmlns:a="http://schemas.openxmlformats.org/drawingml/2006/main">
            <a:r>
              <a:t>Engine/docs/INPUT-CHARACTER.md</a:t>
            </a:r>
          </a:p>
          <a:p xmlns:a="http://schemas.openxmlformats.org/drawingml/2006/main">
            <a:r>
              <a:t>Editor/Source/CodeTools.cpp</a:t>
            </a:r>
          </a:p>
          <a:p xmlns:a="http://schemas.openxmlformats.org/drawingml/2006/main">
            <a:r>
              <a:t>Engine/docs/tutorial/examples/MyController.h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Новый UI Александра состоит из экранного прохода после сцены, дерева элементов и XML-загрузчика. Это собственный формат движка, не Qt Designer .ui. UIComponent не участвует в тенях и отсечении объектов мира. Стандартные типы сцены не регистрируют UIComponent: подключение выполняет C++ игра. Имена тегов и anchor нечувствительны к регистру, имена для Find сравниваются точно. Примеры требуют исходников после 21645ba6 и соответствующей библиотеки. Номер SDK не изменился.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Engine/Include/Engine/UI/UIElement.h</a:t>
            </a:r>
          </a:p>
          <a:p xmlns:a="http://schemas.openxmlformats.org/drawingml/2006/main">
            <a:r>
              <a:t>Engine/Source/UI/UIElement.cpp</a:t>
            </a:r>
          </a:p>
          <a:p xmlns:a="http://schemas.openxmlformats.org/drawingml/2006/main">
            <a:r>
              <a:t>Engine/Include/Engine/UI/UIMarkup.h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Engine/Content/Shaders/UI.hlsl</a:t>
            </a:r>
          </a:p>
          <a:p xmlns:a="http://schemas.openxmlformats.org/drawingml/2006/main">
            <a:r>
              <a:t>Engine/Include/Engine/Project/StandardTypes.h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XML-пример из UI/Content/UI/Hud.ui. У панели цвет #RRGGBBAA с альфой DD. Дочерние координаты отсчитываются от области после padding. Label и Bar обновляются из игры, Button получает OnClick в C++. Используйте уникальные name: поиск возвращает первое совпадение. Символы &amp; и &lt; внутри атрибутов экранируются как &amp;amp; и &amp;lt;.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Engine/Include/Engine/UI/UIElement.h</a:t>
            </a:r>
          </a:p>
          <a:p xmlns:a="http://schemas.openxmlformats.org/drawingml/2006/main">
            <a:r>
              <a:t>Engine/Source/UI/UIElement.cpp</a:t>
            </a:r>
          </a:p>
          <a:p xmlns:a="http://schemas.openxmlformats.org/drawingml/2006/main">
            <a:r>
              <a:t>Engine/Include/Engine/UI/UIMarkup.h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Engine/docs/tutorial/examples/UI/TutorialHud.h</a:t>
            </a:r>
          </a:p>
          <a:p xmlns:a="http://schemas.openxmlformats.org/drawingml/2006/main">
            <a:r>
              <a:t>Engine/docs/tutorial/examples/UI/TutorialHud.cpp</a:t>
            </a:r>
          </a:p>
          <a:p xmlns:a="http://schemas.openxmlformats.org/drawingml/2006/main">
            <a:r>
              <a:t>Engine/docs/tutorial/examples/UI/Content/UI/Hud.ui</a:t>
            </a:r>
          </a:p>
          <a:p xmlns:a="http://schemas.openxmlformats.org/drawingml/2006/main">
            <a:r>
              <a:t>Engine/docs/tutorial/examples/UI/README.txt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Есть девять anchor: TopLeft, TopCenter, TopRight, CenterLeft, Center, CenterRight, BottomLeft, BottomCenter, BottomRight. Размер и координаты родителя пересчитываются для текущего окна. Нулевая или пропущенная ширина/высота растягивает область, это не автоматический размер текста. rect допускает 2, 3 или 4 числа; x/y/width/height можно указать отдельно. Для подписи снизу пример Battle использует rect="16 16 0 18". Дети рисуются поверх родителя в порядке дерева; последний интерактивный элемент под мышью получает событие. Сам padding не задаёт обрезку содержимого.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Engine/Include/Engine/UI/UIElement.h</a:t>
            </a:r>
          </a:p>
          <a:p xmlns:a="http://schemas.openxmlformats.org/drawingml/2006/main">
            <a:r>
              <a:t>Engine/Source/UI/UIElement.cpp</a:t>
            </a:r>
          </a:p>
          <a:p xmlns:a="http://schemas.openxmlformats.org/drawingml/2006/main">
            <a:r>
              <a:t>Engine/Include/Engine/UI/UIMarkup.h</a:t>
            </a:r>
          </a:p>
          <a:p xmlns:a="http://schemas.openxmlformats.org/drawingml/2006/main">
            <a:r>
              <a:t>Engine/Source/UI/UIMarkup.cpp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Копируйте TutorialHud.h/.cpp в Source, Hud.ui в Content/UI. AttachTutorialHud использует unique_ptr и передаёт владение Game только при RegisterResult::Ok. Вызывайте один раз на экземпляр Game из AfterInitialize после базового метода. UIComponent сам задаёт Shaders/UI.hlsl. Для переносимого проекта сформируйте физический путь из каталога Content игры; EnginePaths::ContentRoot в runtime может означать EngineContent. В пример не включён новый ProjectGame, чтобы не заменять логику проекта пользователя. Нужны новые заголовки и библиотека после коммитов UI. Проверяйте интерактивность в отдельном игровом окне.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Engine/Include/Engine/UI/UIElement.h</a:t>
            </a:r>
          </a:p>
          <a:p xmlns:a="http://schemas.openxmlformats.org/drawingml/2006/main">
            <a:r>
              <a:t>Engine/Source/UI/UIElement.cpp</a:t>
            </a:r>
          </a:p>
          <a:p xmlns:a="http://schemas.openxmlformats.org/drawingml/2006/main">
            <a:r>
              <a:t>Engine/Include/Engine/UI/UIMarkup.h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Engine/docs/tutorial/examples/UI/TutorialHud.h</a:t>
            </a:r>
          </a:p>
          <a:p xmlns:a="http://schemas.openxmlformats.org/drawingml/2006/main">
            <a:r>
              <a:t>Engine/docs/tutorial/examples/UI/TutorialHud.cpp</a:t>
            </a:r>
          </a:p>
          <a:p xmlns:a="http://schemas.openxmlformats.org/drawingml/2006/main">
            <a:r>
              <a:t>Engine/docs/tutorial/examples/UI/Content/UI/Hud.ui</a:t>
            </a:r>
          </a:p>
          <a:p xmlns:a="http://schemas.openxmlformats.org/drawingml/2006/main">
            <a:r>
              <a:t>Engine/docs/tutorial/examples/UI/README.txt</a:t>
            </a:r>
          </a:p>
          <a:p xmlns:a="http://schemas.openxmlformats.org/drawingml/2006/main">
            <a:r>
              <a:t>Engine/Include/Engine/MainGame/BaseGameClass/Game.h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полном примере BindElements вызывается после первой загрузки и после смены MarkupRevision. Базовый UIComponent::Tick проверяет файл, пересчитывает layout и обрабатывает мышь. Только затем безопасно проверить ревизию и обратиться к новым указателям. clicks_ хранится в компоненте, а не в дереве, и переживает горячее обновление. Новый запуск игры сбрасывает счётчик. Если имя элемента удалено, проверка nullptr оставляет игру работоспособной. Не уничтожайте дерево синхронно внутри OnClick, пока маршрутизатор обрабатывает этот вызов.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Engine/Include/Engine/UI/UIElement.h</a:t>
            </a:r>
          </a:p>
          <a:p xmlns:a="http://schemas.openxmlformats.org/drawingml/2006/main">
            <a:r>
              <a:t>Engine/Source/UI/UIElement.cpp</a:t>
            </a:r>
          </a:p>
          <a:p xmlns:a="http://schemas.openxmlformats.org/drawingml/2006/main">
            <a:r>
              <a:t>Engine/Include/Engine/UI/UIMarkup.h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Engine/docs/tutorial/examples/UI/TutorialHud.h</a:t>
            </a:r>
          </a:p>
          <a:p xmlns:a="http://schemas.openxmlformats.org/drawingml/2006/main">
            <a:r>
              <a:t>Engine/docs/tutorial/examples/UI/TutorialHud.cpp</a:t>
            </a:r>
          </a:p>
          <a:p xmlns:a="http://schemas.openxmlformats.org/drawingml/2006/main">
            <a:r>
              <a:t>Engine/docs/tutorial/examples/UI/Content/UI/Hud.ui</a:t>
            </a:r>
          </a:p>
          <a:p xmlns:a="http://schemas.openxmlformats.org/drawingml/2006/main">
            <a:r>
              <a:t>Engine/docs/tutorial/examples/UI/README.txt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Сборка из корня репозитория: .\Engine\build.ps1 -Target Battle -Configuration Release. Затем .\Game\build\x64\Release\Battle\Battle.exe --units 100 --static. Требуются обычные зависимости Battle. --no-hud отключает создание HUD. Отслеживается копия в GameContent/UI рядом с исполняемым файлом, а не исходный файл в репозитории. Сборка копирует исходный Content заново. Поля frame/draws/units/load/lod0..lod3 обновляются кодом, поэтому для проверки меняйте стиль или расположение. F6 в главном редакторе перечитывает материалы; назначение здесь относится именно к Battle. При ошибке первой загрузки BuildHud возвращается без регистрации HUD: исправьте файл и перезапустите. При ошибке последующего обновления сохраняется рабочее дерево.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Game/Battle/Content/UI/Hud.ui</a:t>
            </a:r>
          </a:p>
          <a:p xmlns:a="http://schemas.openxmlformats.org/drawingml/2006/main">
            <a:r>
              <a:t>Game/Battle/Source/BattleGame.cpp</a:t>
            </a:r>
          </a:p>
          <a:p xmlns:a="http://schemas.openxmlformats.org/drawingml/2006/main">
            <a:r>
              <a:t>Game/Battle/Source/Main.cpp</a:t>
            </a:r>
          </a:p>
          <a:p xmlns:a="http://schemas.openxmlformats.org/drawingml/2006/main">
            <a:r>
              <a:t>Engine/build.ps1</a:t>
            </a:r>
          </a:p>
          <a:p xmlns:a="http://schemas.openxmlformats.org/drawingml/2006/main">
            <a:r>
              <a:t>Game/Battle/RequiredFiles.txt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Engine/Include/Engine/UI/UIElement.h</a:t>
            </a:r>
          </a:p>
          <a:p xmlns:a="http://schemas.openxmlformats.org/drawingml/2006/main">
            <a:r>
              <a:t>Engine/Source/UI/UIElement.cpp</a:t>
            </a:r>
          </a:p>
          <a:p xmlns:a="http://schemas.openxmlformats.org/drawingml/2006/main">
            <a:r>
              <a:t>Engine/Include/Engine/UI/UIMarkup.h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Engine/docs/tutorial/examples/UI/README.txt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Кнопка интерактивна по умолчанию; прочие элементы по умолчанию не перехватывают мышь. visible=false исключает всё поддерево из рисования и поиска попаданий. SetVisible(false) скрывает компонент и сбрасывает захват. SetMarkupHotReload(false) отключает наблюдение, но не первоначальный LoadMarkup; ClearMarkup останавливает наблюдение, сохраняя дерево. Неизвестный тег и неверный тип/формат атрибута отклоняют новый файл. Не обещайте картинки, текстовые поля, скролл, переносы текста, привязки из визуального редактора и произвольный Unicode: текущие элементы этого не реализуют. SetFont вызывается до построения атласа. HUD не блокирует игровые действия автоматически. Ошибки открытия файла не всегда содержат номер строки, ошибки синтаксиса содержат.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Engine/Include/Engine/Components/SpecificComponents/UIComponent.h</a:t>
            </a:r>
          </a:p>
          <a:p xmlns:a="http://schemas.openxmlformats.org/drawingml/2006/main">
            <a:r>
              <a:t>Engine/Source/Components/SpecificComponents/UIComponent.cpp</a:t>
            </a:r>
          </a:p>
          <a:p xmlns:a="http://schemas.openxmlformats.org/drawingml/2006/main">
            <a:r>
              <a:t>Engine/Include/Engine/UI/UIElement.h</a:t>
            </a:r>
          </a:p>
          <a:p xmlns:a="http://schemas.openxmlformats.org/drawingml/2006/main">
            <a:r>
              <a:t>Engine/Source/UI/UIElement.cpp</a:t>
            </a:r>
          </a:p>
          <a:p xmlns:a="http://schemas.openxmlformats.org/drawingml/2006/main">
            <a:r>
              <a:t>Engine/Include/Engine/UI/UIMarkup.h</a:t>
            </a:r>
          </a:p>
          <a:p xmlns:a="http://schemas.openxmlformats.org/drawingml/2006/main">
            <a:r>
              <a:t>Engine/Source/UI/UIMarkup.cpp</a:t>
            </a:r>
          </a:p>
          <a:p xmlns:a="http://schemas.openxmlformats.org/drawingml/2006/main">
            <a:r>
              <a:t>Engine/Include/Engine/UI/FontAtlas.h</a:t>
            </a:r>
          </a:p>
          <a:p xmlns:a="http://schemas.openxmlformats.org/drawingml/2006/main">
            <a:r>
              <a:t>Engine/Source/UI/FontAtlas.cpp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Автоматический диалог появляется при обычном запуске старого закреплённого проекта. «Обновить копию и запустить» показывает путь до подтверждения. «Открыть на прежней версии» доступно только при наличии runtime. После успешного перехода копия закреплена за новым выпуском. Для своего C++ проекта пересоберите DLL новым SDK и проверьте Edit/Play. На снимке r3 показано прежнее меню ручного обновления, не новый автоматический диалог. Текущая версия 2026.10.31.2. Иллюстрация из предыдущей редакции; расположение общих полей может отличаться в сворачиваемом инспекторе 2026.10.31.2.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Game/Launcher/Source/Main.cpp</a:t>
            </a:r>
          </a:p>
          <a:p xmlns:a="http://schemas.openxmlformats.org/drawingml/2006/main">
            <a:r>
              <a:t>Engine/docs/ENGINE-VERSIONS.md</a:t>
            </a:r>
          </a:p>
          <a:p xmlns:a="http://schemas.openxmlformats.org/drawingml/2006/main">
            <a:r>
              <a:t>Game/Launcher/Source/ProjectVersion.h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ошибке сборки смотрите первую ошибку в Console / CodeBuild.log. Предыдущая DLL сохраняется. При ошибке загрузки проверьте логи кандидата в Binaries. При недоступной указанной текстуре FBX/BLEND импорт отклоняется. Сложный Blender Base Color нужно запечь в изображение. Без цветовой картинки создаётся однотонный материал. Для Blender можно указать PAINENGINE_BLENDER — полный путь к blender.exe. При первом создании класса используйте корректный C++ идентификатор. Если обычные материалы слишком тёмные, добавьте направленный источник через меню Сцена, проверьте Включён и Интенсивность. Без него направленного света и его теней нет; точечные источники и unlit-материалы работают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репозитории O:/Engine/Engine:</a:t>
            </a:r>
          </a:p>
          <a:p xmlns:a="http://schemas.openxmlformats.org/drawingml/2006/main">
            <a:r>
              <a:t>Engine/docs/CODE-PROJECTS.md</a:t>
            </a:r>
          </a:p>
          <a:p xmlns:a="http://schemas.openxmlformats.org/drawingml/2006/main">
            <a:r>
              <a:t>Editor/Include/CodeClassDialog.h</a:t>
            </a:r>
          </a:p>
          <a:p xmlns:a="http://schemas.openxmlformats.org/drawingml/2006/main">
            <a:r>
              <a:t>Engine/docs/INPUT-CHARACTER.md</a:t>
            </a:r>
          </a:p>
          <a:p xmlns:a="http://schemas.openxmlformats.org/drawingml/2006/main">
            <a:r>
              <a:t>Engine/docs/MATERIALS.md</a:t>
            </a:r>
          </a:p>
          <a:p xmlns:a="http://schemas.openxmlformats.org/drawingml/2006/main">
            <a:r>
              <a:t>Engine/docs/PROJECT-ASSETS.md</a:t>
            </a:r>
          </a:p>
          <a:p xmlns:a="http://schemas.openxmlformats.org/drawingml/2006/main">
            <a:r>
              <a:t>Editor/Source/MainWindow.cpp</a:t>
            </a:r>
          </a:p>
          <a:p xmlns:a="http://schemas.openxmlformats.org/drawingml/2006/main">
            <a:r>
              <a:t>Editor/Source/ObjectInspectorPanel.cpp</a:t>
            </a:r>
          </a:p>
          <a:p xmlns:a="http://schemas.openxmlformats.org/drawingml/2006/main">
            <a:r>
              <a:t>Engine/Include/Engine/Components/Light/DirectionalLightComponent.h</a:t>
            </a:r>
          </a:p>
          <a:p xmlns:a="http://schemas.openxmlformats.org/drawingml/2006/main">
            <a:r>
              <a:t>Engine/Source/Components/Light/DirectionalLightComponent.cpp</a:t>
            </a:r>
          </a:p>
          <a:p xmlns:a="http://schemas.openxmlformats.org/drawingml/2006/main">
            <a:r>
              <a:t>Engine/Source/MainGame/BaseGameClass/Game.cpp</a:t>
            </a:r>
          </a:p>
          <a:p xmlns:a="http://schemas.openxmlformats.org/drawingml/2006/main">
            <a:r>
              <a:t>Engine/Content/Shaders/Common.hlsli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c0982f482241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f1d4e190d4b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8c356a82449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49626f4d848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46f0dc00843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46a00d7d74d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ACD654-8C8C-45F3-BC4A-9A7527CB3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C86FCC-A91B-436C-A9F3-CC5438AAC2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BD2F2B-77FB-4681-B9DE-37B7F1FDD8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F39CD5-1857-4362-8DAB-7EFE15D326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1167F9-D451-45FF-97F4-B8DD13BF41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E8272B-647C-46D9-B133-14E148DB57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E3ADE8-CC62-47E2-85D5-4D9F74C3DD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1FB8A57-A89E-41AC-9325-91980D54BC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631ABA-B614-46A7-A9D5-6A244AF1B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B297F3-5E2C-4341-AEF5-73E38D0973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b59e98b96f49fd" /><Relationship Type="http://schemas.openxmlformats.org/officeDocument/2006/relationships/slideLayout" Target="/ppt/slideLayouts/slideLayout1.xml" Id="Rd125e3671d4349d7" /><Relationship Type="http://schemas.openxmlformats.org/officeDocument/2006/relationships/slideLayout" Target="/ppt/slideLayouts/slideLayout2.xml" Id="Re2950a9618cf46dc" /><Relationship Type="http://schemas.openxmlformats.org/officeDocument/2006/relationships/slideLayout" Target="/ppt/slideLayouts/slideLayout3.xml" Id="R8ee79953c8c24716" /><Relationship Type="http://schemas.openxmlformats.org/officeDocument/2006/relationships/slideLayout" Target="/ppt/slideLayouts/slideLayout4.xml" Id="Rd0b6e7c46f8c4a20" /><Relationship Type="http://schemas.openxmlformats.org/officeDocument/2006/relationships/slideLayout" Target="/ppt/slideLayouts/slideLayout5.xml" Id="Rfa22f9ff69164834" /><Relationship Type="http://schemas.openxmlformats.org/officeDocument/2006/relationships/slideLayout" Target="/ppt/slideLayouts/slideLayout6.xml" Id="R4e62174b7fe54b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25e3671d4349d7"/>
    <p:sldLayoutId xmlns:r="http://schemas.openxmlformats.org/officeDocument/2006/relationships" id="2147483650" r:id="Re2950a9618cf46dc"/>
    <p:sldLayoutId xmlns:r="http://schemas.openxmlformats.org/officeDocument/2006/relationships" id="2147483651" r:id="R8ee79953c8c24716"/>
    <p:sldLayoutId xmlns:r="http://schemas.openxmlformats.org/officeDocument/2006/relationships" id="2147483652" r:id="Rd0b6e7c46f8c4a20"/>
    <p:sldLayoutId xmlns:r="http://schemas.openxmlformats.org/officeDocument/2006/relationships" id="2147483653" r:id="Rfa22f9ff69164834"/>
    <p:sldLayoutId xmlns:r="http://schemas.openxmlformats.org/officeDocument/2006/relationships" id="2147483654" r:id="R4e62174b7fe54b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efbe8b99264ccc" /><Relationship Type="http://schemas.openxmlformats.org/officeDocument/2006/relationships/image" Target="/ppt/media/image.jpeg" Id="R2815064f38d24199" /><Relationship Type="http://schemas.openxmlformats.org/officeDocument/2006/relationships/notesSlide" Target="/ppt/notesSlides/notesSlide1.xml" Id="R28496acd94b745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e08caf9b2c4031" /><Relationship Type="http://schemas.openxmlformats.org/officeDocument/2006/relationships/image" Target="/ppt/media/image2.jpeg" Id="R2613518b3429480c" /><Relationship Type="http://schemas.openxmlformats.org/officeDocument/2006/relationships/notesSlide" Target="/ppt/notesSlides/notesSlide2.xml" Id="R6a19f1c654474f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e680ced3304067" /><Relationship Type="http://schemas.openxmlformats.org/officeDocument/2006/relationships/image" Target="/ppt/media/image3.jpeg" Id="Rc29739e4cd0741bd" /><Relationship Type="http://schemas.openxmlformats.org/officeDocument/2006/relationships/notesSlide" Target="/ppt/notesSlides/notesSlide3.xml" Id="R363e8ba5211e4c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3fa6fbc0b4d9a" /><Relationship Type="http://schemas.openxmlformats.org/officeDocument/2006/relationships/image" Target="/ppt/media/image.png" Id="R3678ace63f7e4420" /><Relationship Type="http://schemas.openxmlformats.org/officeDocument/2006/relationships/notesSlide" Target="/ppt/notesSlides/notesSlide4.xml" Id="Rffc1155ec78646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1f9e095b44b89" /><Relationship Type="http://schemas.openxmlformats.org/officeDocument/2006/relationships/image" Target="/ppt/media/image4.jpeg" Id="R5e85b2739142452e" /><Relationship Type="http://schemas.openxmlformats.org/officeDocument/2006/relationships/notesSlide" Target="/ppt/notesSlides/notesSlide5.xml" Id="R1fe42f9515fa4d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a87c1180fe44a6" /><Relationship Type="http://schemas.openxmlformats.org/officeDocument/2006/relationships/image" Target="/ppt/media/image5.jpeg" Id="R03e41873b3ea47dd" /><Relationship Type="http://schemas.openxmlformats.org/officeDocument/2006/relationships/notesSlide" Target="/ppt/notesSlides/notesSlide6.xml" Id="R9c40b901e93c45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65409c33c74bd8" /><Relationship Type="http://schemas.openxmlformats.org/officeDocument/2006/relationships/notesSlide" Target="/ppt/notesSlides/notesSlide7.xml" Id="Rd22098789e004a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a7a7b03fe4805" /><Relationship Type="http://schemas.openxmlformats.org/officeDocument/2006/relationships/image" Target="/ppt/media/image6.jpeg" Id="Rad17ff9714ef4309" /><Relationship Type="http://schemas.openxmlformats.org/officeDocument/2006/relationships/notesSlide" Target="/ppt/notesSlides/notesSlide8.xml" Id="R2b6b6bd3e9d042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15fcf22d554d28" /><Relationship Type="http://schemas.openxmlformats.org/officeDocument/2006/relationships/image" Target="/ppt/media/image7.jpeg" Id="R423dd111564f4aea" /><Relationship Type="http://schemas.openxmlformats.org/officeDocument/2006/relationships/notesSlide" Target="/ppt/notesSlides/notesSlide9.xml" Id="R49c53b3181b44b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55b790bf91480d" /><Relationship Type="http://schemas.openxmlformats.org/officeDocument/2006/relationships/notesSlide" Target="/ppt/notesSlides/notesSlide10.xml" Id="Rd32cec250c6640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7294759614631" /><Relationship Type="http://schemas.openxmlformats.org/officeDocument/2006/relationships/image" Target="/ppt/media/image8.jpeg" Id="R0f8b52e0d5a74a1f" /><Relationship Type="http://schemas.openxmlformats.org/officeDocument/2006/relationships/notesSlide" Target="/ppt/notesSlides/notesSlide11.xml" Id="R686fc2eeb4c448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63f800168545f0" /><Relationship Type="http://schemas.openxmlformats.org/officeDocument/2006/relationships/image" Target="/ppt/media/image2.png" Id="R51807eaaa9314b73" /><Relationship Type="http://schemas.openxmlformats.org/officeDocument/2006/relationships/notesSlide" Target="/ppt/notesSlides/notesSlide12.xml" Id="Rc80c627ad1d847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b183d4dc34b13" /><Relationship Type="http://schemas.openxmlformats.org/officeDocument/2006/relationships/image" Target="/ppt/media/image9.jpeg" Id="Rc2b36d358ff746e2" /><Relationship Type="http://schemas.openxmlformats.org/officeDocument/2006/relationships/notesSlide" Target="/ppt/notesSlides/notesSlide13.xml" Id="R72c55ed1e7c641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73b3f948db491c" /><Relationship Type="http://schemas.openxmlformats.org/officeDocument/2006/relationships/image" Target="/ppt/media/image10.jpeg" Id="R04fd3592149c48ea" /><Relationship Type="http://schemas.openxmlformats.org/officeDocument/2006/relationships/notesSlide" Target="/ppt/notesSlides/notesSlide14.xml" Id="R2400ae4d1fd147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96127fe19b47f7" /><Relationship Type="http://schemas.openxmlformats.org/officeDocument/2006/relationships/image" Target="/ppt/media/image11.jpeg" Id="R49cc3688bbed4ca7" /><Relationship Type="http://schemas.openxmlformats.org/officeDocument/2006/relationships/notesSlide" Target="/ppt/notesSlides/notesSlide15.xml" Id="R24fc2a7613cc4f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7f151a09242d1" /><Relationship Type="http://schemas.openxmlformats.org/officeDocument/2006/relationships/image" Target="/ppt/media/image12.jpeg" Id="R167ac38ef7004d59" /><Relationship Type="http://schemas.openxmlformats.org/officeDocument/2006/relationships/notesSlide" Target="/ppt/notesSlides/notesSlide16.xml" Id="R2fc73ca80a464b4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42ee1d4d64c7c" /><Relationship Type="http://schemas.openxmlformats.org/officeDocument/2006/relationships/notesSlide" Target="/ppt/notesSlides/notesSlide17.xml" Id="Rb6cc0eb19e804f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c7327f09244b2" /><Relationship Type="http://schemas.openxmlformats.org/officeDocument/2006/relationships/notesSlide" Target="/ppt/notesSlides/notesSlide18.xml" Id="R44306c2f67f34c2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88671fef34c37" /><Relationship Type="http://schemas.openxmlformats.org/officeDocument/2006/relationships/notesSlide" Target="/ppt/notesSlides/notesSlide19.xml" Id="R4dcfed5332834c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151fda6c24400" /><Relationship Type="http://schemas.openxmlformats.org/officeDocument/2006/relationships/image" Target="/ppt/media/image13.jpeg" Id="Refa5531be6c447ef" /><Relationship Type="http://schemas.openxmlformats.org/officeDocument/2006/relationships/notesSlide" Target="/ppt/notesSlides/notesSlide20.xml" Id="Rb9633d9217d4449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f91d537dcf4e86" /><Relationship Type="http://schemas.openxmlformats.org/officeDocument/2006/relationships/image" Target="/ppt/media/image14.jpeg" Id="R374f3d13c3d84f98" /><Relationship Type="http://schemas.openxmlformats.org/officeDocument/2006/relationships/notesSlide" Target="/ppt/notesSlides/notesSlide21.xml" Id="R9e5249872d88452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c0636a44d4447" /><Relationship Type="http://schemas.openxmlformats.org/officeDocument/2006/relationships/notesSlide" Target="/ppt/notesSlides/notesSlide22.xml" Id="R531918ed7323440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0fe2e15bd748f7" /><Relationship Type="http://schemas.openxmlformats.org/officeDocument/2006/relationships/notesSlide" Target="/ppt/notesSlides/notesSlide23.xml" Id="Rbdfbffc97a344a3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d765bbd2b4507" /><Relationship Type="http://schemas.openxmlformats.org/officeDocument/2006/relationships/image" Target="/ppt/media/image3.png" Id="R83f00556f1bb42fe" /><Relationship Type="http://schemas.openxmlformats.org/officeDocument/2006/relationships/notesSlide" Target="/ppt/notesSlides/notesSlide24.xml" Id="R19c791d63cc64f8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1301ac540647df" /><Relationship Type="http://schemas.openxmlformats.org/officeDocument/2006/relationships/notesSlide" Target="/ppt/notesSlides/notesSlide25.xml" Id="R271f3e063980483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d09a1da027434a" /><Relationship Type="http://schemas.openxmlformats.org/officeDocument/2006/relationships/notesSlide" Target="/ppt/notesSlides/notesSlide26.xml" Id="R2d1ea68edac0470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b30f04c40d492f" /><Relationship Type="http://schemas.openxmlformats.org/officeDocument/2006/relationships/notesSlide" Target="/ppt/notesSlides/notesSlide27.xml" Id="R9f37f7f13260454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ee9399ef1e4810" /><Relationship Type="http://schemas.openxmlformats.org/officeDocument/2006/relationships/notesSlide" Target="/ppt/notesSlides/notesSlide28.xml" Id="R0b655141cf38436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e8895cc5d648e8" /><Relationship Type="http://schemas.openxmlformats.org/officeDocument/2006/relationships/notesSlide" Target="/ppt/notesSlides/notesSlide29.xml" Id="R92c9952660a3418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68b6e8c5a43ed" /><Relationship Type="http://schemas.openxmlformats.org/officeDocument/2006/relationships/notesSlide" Target="/ppt/notesSlides/notesSlide30.xml" Id="R57d0988bec16465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7bbca5ada34fac" /><Relationship Type="http://schemas.openxmlformats.org/officeDocument/2006/relationships/notesSlide" Target="/ppt/notesSlides/notesSlide31.xml" Id="Raff14ef9854b40c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3354f730d40bb" /><Relationship Type="http://schemas.openxmlformats.org/officeDocument/2006/relationships/notesSlide" Target="/ppt/notesSlides/notesSlide32.xml" Id="R1fea3999cc734e4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1ef6882c44970" /><Relationship Type="http://schemas.openxmlformats.org/officeDocument/2006/relationships/notesSlide" Target="/ppt/notesSlides/notesSlide33.xml" Id="R164b429a0b71424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3b6b3d3824c12" /><Relationship Type="http://schemas.openxmlformats.org/officeDocument/2006/relationships/notesSlide" Target="/ppt/notesSlides/notesSlide34.xml" Id="R09ee3ca6e4da412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9347f773ce4a8f" /><Relationship Type="http://schemas.openxmlformats.org/officeDocument/2006/relationships/notesSlide" Target="/ppt/notesSlides/notesSlide35.xml" Id="R069e24d6477240b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618cd73be4246" /><Relationship Type="http://schemas.openxmlformats.org/officeDocument/2006/relationships/notesSlide" Target="/ppt/notesSlides/notesSlide36.xml" Id="R24bcbc4c61a0461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9ba5ca33e4c97" /><Relationship Type="http://schemas.openxmlformats.org/officeDocument/2006/relationships/notesSlide" Target="/ppt/notesSlides/notesSlide37.xml" Id="R180112f11311407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4cf0b28974369" /><Relationship Type="http://schemas.openxmlformats.org/officeDocument/2006/relationships/notesSlide" Target="/ppt/notesSlides/notesSlide38.xml" Id="R9e578aed15dc46e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2ce81758b0498f" /><Relationship Type="http://schemas.openxmlformats.org/officeDocument/2006/relationships/notesSlide" Target="/ppt/notesSlides/notesSlide39.xml" Id="Rd06ffd1133534d7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9491ce36f41a2" /><Relationship Type="http://schemas.openxmlformats.org/officeDocument/2006/relationships/notesSlide" Target="/ppt/notesSlides/notesSlide40.xml" Id="R50d345d37b1d4c7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8c3911f7b94adb" /><Relationship Type="http://schemas.openxmlformats.org/officeDocument/2006/relationships/notesSlide" Target="/ppt/notesSlides/notesSlide41.xml" Id="R68283caaf7a3420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d4f8f947c4225" /><Relationship Type="http://schemas.openxmlformats.org/officeDocument/2006/relationships/notesSlide" Target="/ppt/notesSlides/notesSlide42.xml" Id="R252614fb59ec402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e4115e41b45c1" /><Relationship Type="http://schemas.openxmlformats.org/officeDocument/2006/relationships/image" Target="/ppt/media/image15.jpeg" Id="R7d1d0b7994d84578" /><Relationship Type="http://schemas.openxmlformats.org/officeDocument/2006/relationships/notesSlide" Target="/ppt/notesSlides/notesSlide43.xml" Id="R08bffdc1aaec438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4b517076ad4335" /><Relationship Type="http://schemas.openxmlformats.org/officeDocument/2006/relationships/notesSlide" Target="/ppt/notesSlides/notesSlide44.xml" Id="R3fa62a528b8e47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2E643-187D-4524-BA88-0F7B674A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C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22A8C-5A75-4B17-8D3B-AD472B1E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57250"/>
            <a:ext cx="3857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PainEngine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Практический туториал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96DA3-EBC7-4AA3-AC1F-D3C12215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FE0E5"/>
                </a:solidFill>
                <a:latin typeface="Arial"/>
                <a:ea typeface="Arial"/>
                <a:cs typeface="Arial"/>
              </a:rPr>
              <a:t>Редактор, игровой UI</a:t>
            </a:r>
          </a:p>
          <a:p xmlns:a="http://schemas.openxmlformats.org/drawingml/2006/main">
            <a:pPr>
              <a:defRPr sz="2175" b="0">
                <a:solidFill>
                  <a:srgbClr val="BFE0E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FE0E5"/>
                </a:solidFill>
                <a:latin typeface="Arial"/>
                <a:ea typeface="Arial"/>
                <a:cs typeface="Arial"/>
              </a:rPr>
              <a:t>и рабочие примеры C++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029AF-EB33-4A46-B120-BB4208C600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5064f38d24199"/>
          <a:stretch xmlns:a="http://schemas.openxmlformats.org/drawingml/2006/main"/>
        </p:blipFill>
        <p:spPr>
          <a:xfrm xmlns:a="http://schemas.openxmlformats.org/drawingml/2006/main">
            <a:off x="4857750" y="1294419"/>
            <a:ext cx="6953250" cy="407866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781BA-F897-430D-A931-B6D764B6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6C5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6C5D1"/>
                </a:solidFill>
                <a:latin typeface="Arial"/>
                <a:ea typeface="Arial"/>
                <a:cs typeface="Arial"/>
              </a:rPr>
              <a:t>2026.10.31.2  /  31.10.2026</a:t>
            </a:r>
          </a:p>
        </p:txBody>
      </p:sp>
    </p:spTree>
    <p:extLst>
      <p:ext uri="{BB962C8B-B14F-4D97-AF65-F5344CB8AC3E}">
        <p14:creationId xmlns:p14="http://schemas.microsoft.com/office/powerpoint/2010/main" val="1053673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83095-BE50-408E-96CC-A2C385C6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8EAFF-C6A1-49B1-9438-FF3C1B74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Первый проект в лаунчере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9CB7B-CF19-469F-9D0C-7EEC10C8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475B0-09B6-4709-9592-FFB9831A7B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3518b3429480c"/>
          <a:stretch xmlns:a="http://schemas.openxmlformats.org/drawingml/2006/main"/>
        </p:blipFill>
        <p:spPr>
          <a:xfrm xmlns:a="http://schemas.openxmlformats.org/drawingml/2006/main">
            <a:off x="4305300" y="1618205"/>
            <a:ext cx="7429500" cy="410736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32517-EE94-49BF-B174-695DC9A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Создать проект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F3F0D-9BF1-4C1B-9BB2-9F14FABD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папку и название. C++ можно включить сразу или использовать шаблон без кода.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3ED09-6791-454C-9D03-C340C831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Редактировать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1436B-21CB-41DB-B882-57BCB314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созданный проект в списке лаунчера и откройте редактор.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FC5FA-DA4A-4900-B79E-C965B6EA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Флажок C++ создаёт исходники, включая RotatingCube. Нужны Visual Studio C++ tools и Windows SDK.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6A8DA-176C-434B-A645-CFDA2FCC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6854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17785-89EE-4626-A434-875B8849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07503-0C43-4546-BA49-C13610FD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Окно редактора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A0192-C5C1-447C-AD4F-6091BBAA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6DFC8-CB93-45A4-B144-0F4EA6A614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739e4cd0741bd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BD694-E3F7-4A74-8466-6FCFB7CA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Слева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878FE-8B5A-4EDD-B9EB-12A84FB2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Каталог типов и объекты сцены. Выберите куб в дереве.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1C373-36C5-47A0-B08C-0D339B26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Справа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6485A-F97D-4E31-A92F-18F216A9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Сворачиваемые разделы и поля выбранного объекта.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CD714-AA77-466B-86E2-FD5C595F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Снизу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DA8A8-CF8D-4E28-BB6C-53F62C7B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Ресурсы и код; рядом вкладка Console. Высоту можно менять.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7D6C4-B8BE-44CB-9285-03A0CBBF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4101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3AA12-07CA-4D41-9AD8-A80D6576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BACCB-6A9A-43BF-97EE-C58EEEAF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Панель контента: высота и положение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9AD74-1856-42BA-A2BE-FD9AE9DD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4E7FE-9A90-41D7-825F-A6C5EDCDA8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8ace63f7e4420"/>
          <a:stretch xmlns:a="http://schemas.openxmlformats.org/drawingml/2006/main"/>
        </p:blipFill>
        <p:spPr>
          <a:xfrm xmlns:a="http://schemas.openxmlformats.org/drawingml/2006/main">
            <a:off x="4305300" y="2528888"/>
            <a:ext cx="7429500" cy="2286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615C7-22FA-46A5-8C64-4102B0F0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Изменить высоту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D007F-25F4-4C28-8BD8-774C7EE3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Тяните широкую серую границу над «Ресурсы и код».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B5682-6D2E-44C7-8918-97BC6242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Переместить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CC5CC-A646-4C69-BF5E-F566641B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Тяните заголовок или нижнюю вкладку панели.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D3876-6B9D-4457-BADB-B689F164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Запомнить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473B4-8885-4D9F-94F2-512722FF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Раскладка сохраняется отдельно для каждого проекта.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A1BDF-F509-4C4D-A9A0-F9465687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Граница меняет размер; заголовок и вкладка меняют место панели.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7C704-D6C6-48AD-8CDA-6CEBF43E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3945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71897-C1BF-466B-BAE5-D7C2DE2C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01794-5090-4D0C-A381-BB6C47EB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Вернуть удобную раскладку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C1659-AACD-47E5-9D55-31DA539F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1F9F8-C23E-4368-9177-786E54426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5b2739142452e"/>
          <a:stretch xmlns:a="http://schemas.openxmlformats.org/drawingml/2006/main"/>
        </p:blipFill>
        <p:spPr>
          <a:xfrm xmlns:a="http://schemas.openxmlformats.org/drawingml/2006/main">
            <a:off x="4439983" y="1409700"/>
            <a:ext cx="7160135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88ED1-25A3-4EC2-9E98-BCE6ED16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Компактная панель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D3CCF-09E0-4E6F-B76F-0C643642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Вид → Ресурсы: компактная панель. Освобождает место сцене.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AA5BC-343F-41BA-877C-E76EFDE9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Отдельное окно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61FF5-86AC-4365-A02C-46EBC2BB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Вид → Ресурсы: отдельное окно. Панель можно вынести.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EFB09-B748-4E50-9178-6B1090D3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Начать заново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B6897-2AED-4EF0-B022-24A1C41E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Вид → Сбросить расположение панелей. Возвращает исходную схему.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130C9-FB94-48F0-A4FF-47B96175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Закрытую панель включите снова в меню «Вид».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C1C62-3F0A-447D-A8F0-369E9C16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357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11DE4-6C13-4D77-9952-736D5018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9518E-6958-4935-BBC1-78FE31C4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Камера и выделение в Edit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FA34D-7A7C-4561-A2C1-42B55CDD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61095-5628-4FE2-9C99-024381A65C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41873b3ea47dd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05898-1947-473C-984B-63254E34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E02D4-A213-4598-8124-B8412336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WASD; E / Q вверх и вниз. ПКМ + мышь для обзора, Shift для ускорения.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7A25A-6F11-487C-9193-FB56CB28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Выделение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0192E-977F-4CB6-9FC2-F0F20430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ЛКМ — выбор; Tab — перебор; F — фокус; Esc — снять выбор.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E36F0-120F-4F6C-B13A-73881AD2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Перемещение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009E2-CDE6-48F3-A958-609BEE24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Стрелки и Page Up / Page Down. Точные значения вводятся в свойствах.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F27DA-C07A-4A2A-AE86-C053ED89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Сначала щёлкните viewport. При вводе в текстовое поле горячие клавиши сцены не действуют.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C23D2-5027-45A1-8535-2C743DBD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71093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28F11-1FF0-4A84-B230-46C8976D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9141A-1943-41B4-82BE-269C6B63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Несколько объектов и привязки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3EB71-61B2-4394-BBD9-6138F63D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Выбрать группу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536D8-2B3F-4767-AA82-09FB3655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Ctrl / Shift + щелчок в дереве или viewport. Трансформации применяются ко всей группе.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E8C19-D2E7-413E-9857-FA96515F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Переместить точно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FBD33-E7BC-454B-A537-CA8F035A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Задайте шаг перемещения и угол на верхней панели. Ноль отключает привязку.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9ACE2-9CC4-452B-90B9-51774E1A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Отменить целиком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A7198-B684-43DE-B54E-41260710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Ctrl+D, удаление и перетаскивание работают как одна операция Undo.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AA12D-3FE2-4435-9B24-90DDBF54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Остальные свойства относятся к активному объекту. Нужна актуальная DLL проекта.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C7DB6-A23E-429F-9709-BF539DE6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6796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A61C4-F8E1-4159-AF7B-932B5392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6B61B-CC6A-4583-B6C5-37DDDA61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Импорт модели и текстуры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D1089-72ED-4EDD-B889-8AD3D34A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2631C-E867-440E-8E9E-C0966DFB2F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7ff9714ef4309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2CC35-3CB8-4CD3-BF53-0EE7B4B8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Импорт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8D146-8BC2-4C1A-AF6C-C75B2566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Сцена → Ресурсы → Импорт модели… или Импорт текстуры…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2DD92-CD7B-47E4-BB06-F3AD3C21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Добавление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0FA65-8072-4575-8745-EBC149AB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Дважды щёлкните модель в Content/Models, чтобы добавить её в сцену.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69866-A7D1-4669-82D0-6920E98A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Назначение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8E236-A4A7-459E-990A-E446924C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Для отдельной текстуры: выберите объект и нажмите «Выбрать текстуру…».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00238-D673-4C57-9658-F1BCB8AE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Модели: GLB, glTF, OBJ, FBX, BLEND. Изображения: PNG, JPG, BMP, TGA.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E762F-4281-4351-958B-C673AC82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288662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36A35-5241-41D0-B1C9-0FA25EC1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68171-5EEB-47F1-8A4F-298D7FF7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FBX / BLEND: модель сразу с материалом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A6A7F-EEAA-485A-8FF1-F868C1BA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A5C1F-265C-4E54-9182-F0CA9544FF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dd111564f4aea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37CBD-5F37-4B90-BD29-0C7BDD71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Что создаётся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39AD6-1ADA-48D3-9F76-F84000F4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Модель, папки Materials и Textures, файл .import.json.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C6B44-27B4-4FF6-9F39-9F4D898C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При добавлении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40965-DF57-4592-BE7E-C63DEF49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Материал назначится сам. BaseMap — текстура, Tint — базовый цвет.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95F08-907A-415B-AFF9-FBD3BD3D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Blender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AC880-AB8F-4E9B-9891-EADE3602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Blender 4.2+. Переносится Image Texture из Base Color.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C3EF0-55A7-42D9-ADC7-DA26C9D3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Базовый opaque-материал и UV0. Normal, roughness, metallic и сложный граф узлов не переносятся.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2BCAC-E09E-4C47-9790-D616707D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407197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703A4-6EC1-4D82-8417-D839B108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89B40-890E-4CC0-B0FC-27A28A13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Обновить ресурс, сохранив сцену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56960-F8FE-4A56-A817-BD8F9970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Переимпортировать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DE8FA-5D23-4EB0-B27E-EC040C2F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ПКМ по модели или текстуре → Переимпортировать… Укажите исходный файл.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594C4-AF2B-450B-9EA4-A7650D51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Перенести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B95DF-1DB9-48BF-9432-A03C909A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ПКМ → Переместить / переименовать… Задайте новый путь внутри Content.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E8171-3815-411B-892F-3998A1AC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Проверить и сохранить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40B9C-F83D-43BC-B1B1-529D1CFF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Посмотрите сцену и сохраните её. История Undo очищается; файлы остаются в резервной копии.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5D0BA-80D9-4457-A2FB-AF4EDE23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Модель переносится всей папкой; имя главного файла сохраняется. Операции доступны в Edit.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B2CB6-3026-48E2-A8EC-CEF29AFB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90251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2BBA0-755C-4DD9-B95E-F2A0224C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90B1E-5EAB-4C86-A120-F423CB4B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Редактор материала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8D2DB-0CEE-4420-A748-E4CA91BA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DBA28-9E0C-4AF7-906C-1B495B76EF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b52e0d5a74a1f"/>
          <a:stretch xmlns:a="http://schemas.openxmlformats.org/drawingml/2006/main"/>
        </p:blipFill>
        <p:spPr>
          <a:xfrm xmlns:a="http://schemas.openxmlformats.org/drawingml/2006/main">
            <a:off x="4586781" y="1409700"/>
            <a:ext cx="6866539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DCE56-73BE-423A-B098-28C4DCEF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Открыть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2B64A-7EBF-4613-BE6F-8822B4E7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Свойства → Материал → Редактировать или двойной щелчок по .mat.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7D132-42FC-47B1-BAA5-92FAE51F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Настроить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623E2-D198-4CD3-81B5-E10BBC3B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Слева — превью, Tint и BaseMap. Справа — код HLSL поверхности.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FDD6D-AC15-4F43-B914-B106859E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Сохранить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A8EB9-8518-4256-A126-EC8E1C5B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Параметры видны сразу. Ctrl+S в этом окне сохраняет .mat и применяет HLSL.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63370-97EE-4D8B-88FE-5CB7AFDD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Ctrl+S основного окна сохраняет сцену. F6 перечитывает материалы после внешних изменений.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13852-D248-4B55-AFCA-CFD1C407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468456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BEE99-198A-4A7B-8D5A-E4105247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9C721-BC1F-4DDA-B1B7-0A1C19A5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Направленный свет и тени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69985-7195-4A3F-B6BC-9CCF96A5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B696C-555C-4D6A-81EE-204D762EE2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07eaaa9314b73"/>
          <a:stretch xmlns:a="http://schemas.openxmlformats.org/drawingml/2006/main"/>
        </p:blipFill>
        <p:spPr>
          <a:xfrm xmlns:a="http://schemas.openxmlformats.org/drawingml/2006/main">
            <a:off x="4305300" y="1582341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510B2-43CE-47E3-BA3A-01DA4B44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Выбрать или добавить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EE88D-B2BE-4600-AB7B-6B51230A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Сцена → Направленный свет. В сцене может быть один такой источник.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06F9B-AB56-4541-8A3A-070FEC7C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Повернуть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BAFE4-FF6B-4FA5-B614-CBF9758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Поверните источник в трансформации. Позиция и масштаб не меняют свет.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30202-C599-43B9-BA69-722AA8E6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Настроить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F6329-59FB-4737-8DE6-1D19DCFA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Задайте цвет, интенсивность, флажок и дальность теней.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2B479-3B7C-412E-A30E-9FBE32FD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Снимок показывает реальные панели. D3D-изображение viewport в этот захват не попало.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DC35D-2583-4936-A88E-99085873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52173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B37F4-6687-4208-B6B2-8AA2A56A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0F9AC-75AC-4268-BC90-5BF3E0AD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Точечный свет, частицы и небо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C618B-0509-4C20-8D36-65FD08B3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F30DD-BC7C-4B69-BB3B-496DF0058D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36d358ff746e2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644B2-E091-4CBD-B654-875C2E9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Точечный свет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633D7-9552-4E7E-AFAC-D840CD5D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точечный источник. Настройте цвет, интенсивность и радиус.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9EB45-55CE-4DFA-9F7D-97DAFB61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Частицы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EED92-97A9-4AA3-9BDE-9B85BD49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 категории «Частицы» выберите искры или дым.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6DDEB-E0C6-420E-9FCF-456EB5D6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Небо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E9BE6-6BCF-4869-A483-481BC828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Категория «Окружение» → «Базовое небо».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3197D-363B-4CDD-A643-BEB7655F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Параметры выбранного типа находятся ниже трансформации в правой панели.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D26F6-B8AA-4C16-828C-97F13D90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402955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6F3C8-A7EB-439F-986A-384A0A8F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C843F-40AB-45F0-AAD4-5C604E97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Стандартный персонаж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7340D-002D-4F0B-ACE7-58719D7A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A7FAA-ECF0-47A3-AE7E-A694CE1D3E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d3592149c48ea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0CA95-63A9-4567-8290-6DBF1D38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Добавление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A2222-6B41-423A-811A-D9494A2B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Категория «Персонажи» → «Персонаж» → «Добавить объект».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C8B26-2013-4004-AD89-D3549755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Управление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0737C-E2E9-47D8-9FCD-6EEAA4F6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Назначьте персонажа в настройках Play.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47551-DC44-40BB-8B74-8A5D8AE2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323457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F3DF1-FB51-424D-9A8C-4A9072D2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B1626-7861-4EA1-9A77-68291E1D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Назначение для 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F6D67-AFED-4678-B377-6A8CEDBF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1CE20-3047-46EF-A4DD-A874A2093B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c3688bbed4ca7"/>
          <a:stretch xmlns:a="http://schemas.openxmlformats.org/drawingml/2006/main"/>
        </p:blipFill>
        <p:spPr>
          <a:xfrm xmlns:a="http://schemas.openxmlformats.org/drawingml/2006/main">
            <a:off x="5382036" y="1409700"/>
            <a:ext cx="5276028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E83E3-8AB2-4965-A7DF-1B0ED69D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Персонаж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5B417-7C87-4EAF-8488-54B56127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объект сцены в первом поле.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1F18C-6BC2-4909-BCCA-FECBB2FF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57D00-F2E3-49F9-92F7-663A79F0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«Следовать за персонажем» или отдельная «Камера Play».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91679-00C4-4DE5-A7AB-8407B94C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Ввод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DE7B9-C55D-4CDC-A1F9-3C39A1D6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Включите WASD и обзор с ПКМ. Затем щёлкните viewport в Play.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858C7-0311-41C3-B20B-023D5B5C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Запуск → Настроить Play…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0BEAE-B9D0-42E3-8CCC-F9C918A6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187059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5796C-5E41-4547-B257-CA187E09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2A62A-BEE1-4FC5-8CF0-7371410B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Edit, Play, Pause и Stop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89570-BF89-4981-AD7C-69C6F0BC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77D5F-B2CE-4396-B52B-76EDB35B6E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ac38ef7004d59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D9116-A422-46DF-BE35-6C35DE49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Play / Pause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275E6-B157-4E7D-8DA9-D0D39A32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Play запускает копию сцены. Pause / Resume — пауза и продолжение.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4E02B-FD93-43E5-93A1-752655DA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9BA7A-450E-4B8E-ABA5-7A01EB0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Возвращает рабочую сцену и камеру Edit.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ED5E8-C56D-44CF-882E-AA4E547C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Отдельное окно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C4028-BABD-442A-B7B7-A52CA966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Отдельный запуск использует сохранённые файлы проекта.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F5CA4-7D1C-40AB-8564-E8CD6A7B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В viewport: Space — Play / Stop, P — Pause / Resume.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5528F-9044-474C-889F-39A9C943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561738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DDE48-8008-40EC-97EA-6E0C4E77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BBBD0-9262-4C79-AF45-C645E97D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Сохранение и структура проекта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F32A4-2825-4868-88D8-30679830E0FF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Файл / папка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Назначение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Project.json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Пути к модулю, Content и стартовой сцене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Engine.lock.json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Закреплённая версия и конфигурация движка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Content/Scenes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Сцены с объектами, трансформациями и настройками Play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Content/Models, Textures, Materials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Модели, изображения, файлы .mat и .hlsl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Source и Build.ps1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Код и запуск сборки C++ проекта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Binaries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Собранные версии DLL проекта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70F32-CACC-4647-ABD5-1EC89546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Ctrl+S сохраняет сцену. Стартовая сцена назначается отдельно: Сцена → Сделать стартовой сценой.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DE7B6-41EF-4731-B10C-C9EB4B5B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625458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7DF46-377F-40F4-BFC7-BF12ABF1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BD327-27B2-4D60-A4D8-78A8DC3B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Восстановление и передача игры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5EF72-FC44-4B5F-9DCC-11C93D30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После сбоя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AF328-9FA5-496F-B1BC-2A57CA1C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При открытии восстановите предложенную копию сцены. Затем сохраните её через «Сохранить как…».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C5747-8C4C-40F1-896E-8D7BD8D9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Перед экспортом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B3FF7-8836-4B7E-A5D3-B6000541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Назначьте стартовую сцену и сохраните материалы. Выберите «Экспорт игры…».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EB678-13AB-4511-BAB3-D4B1EC7E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Передать папку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A5B07-1C0F-4D79-9C89-D317A572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Укажите новую папку вне проекта. Запуск у получателя — через Start.cmd.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A0FE2-024C-4B53-AE11-E886DA47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Снимок сцены создаётся каждые 30 секунд. Экспорт доступен из Release-редактора.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58E37-2ABB-4721-BDEE-0AD95237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602397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B1BC1-8769-43BA-AEED-D83FD904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14677-2B64-47F5-BD06-D0F91DF9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Граница между редактором и C++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D5CF3-EFEA-41FF-BFAF-C0B77BFEFA72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810000"/>
                <a:gridCol w="4591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Без кода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Через SDK / C++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Сцена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Модели, свет, материалы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Свои компоненты и данные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Персонаж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Выбор для Play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Свой Character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Камера Play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Слежение, камера сцены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Свой UpdateCamera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Управление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WASD и ПКМ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Действия и обработчики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Свойства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Значения полей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Описание полей в C++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Игровой HUD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Внешний редактор .ui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UIComponent и OnClick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0EC40-45D7-48CD-A5CD-5DF49B91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Контроллер создаётся игрой и не является отдельным добавляемым объектом сцены.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F4EAC-6689-440E-A70C-6C913E03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976448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F5521-38CC-4CCA-A6D1-0EC76101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1B321-DF3B-42E8-AB81-935109B0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Создание C++ класса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69CEC-7738-4D55-A221-CDB26013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BDBE8-7185-4E4C-990F-FEAA13463F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5531be6c447ef"/>
          <a:stretch xmlns:a="http://schemas.openxmlformats.org/drawingml/2006/main"/>
        </p:blipFill>
        <p:spPr>
          <a:xfrm xmlns:a="http://schemas.openxmlformats.org/drawingml/2006/main">
            <a:off x="4305300" y="1437750"/>
            <a:ext cx="7429500" cy="446827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A26DC-76D0-454E-A205-0305833A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Мастер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394B5-E18E-47FD-90A1-345F8C99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Проект → C++ → Добавить C++ класс… Выберите родителя и задайте имя.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D1AF7-23BC-4EE8-9A5F-76B531AD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Исходники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14660-FEE2-41E5-A7B2-59370952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Мастер создаёт Source/Имя.h и Source/Имя.cpp.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67D39-19F1-462A-9AAD-6947C879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Сборка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99624-B6A5-4910-9FF6-5D974813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Ctrl+Alt+R — сборка и Hot Reload. Выполняйте в Edit.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A7689-F680-415A-98A4-8BF0EE80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Для имени класса: латиница, цифры и _. Начинайте с буквы или _.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C54CE-C5B6-40CE-B146-3DAC2B6B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578603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13097-C580-4BE5-871D-FC8F24E6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1BCF8-BA5E-4121-84D9-826F855C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Базовый C++ проект: вращающийся куб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79D86-1CD5-42BA-AEBB-E1592864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E087F-C379-4FCB-B450-58917FC59F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f3d13c3d84f98"/>
          <a:stretch xmlns:a="http://schemas.openxmlformats.org/drawingml/2006/main"/>
        </p:blipFill>
        <p:spPr>
          <a:xfrm xmlns:a="http://schemas.openxmlformats.org/drawingml/2006/main">
            <a:off x="4305300" y="1492877"/>
            <a:ext cx="7429500" cy="435802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8358F-C043-432F-A7FE-8A2E4E81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Готовый пример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F7633-6798-4CC4-BD96-6D5C831A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RotatingCube.h/.cpp создаются вместе с C++ проектом.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516F0-BF1E-4376-8474-1C269319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Запуск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62071-4F8A-49A6-9DDF-CAED2BA1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ProjectGame добавляет куб при Play или отдельном запуске.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8CC96-837D-4E96-914F-50E0CFE0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 Edit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9DE76-26DC-40B0-9007-C0F076A3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«Классы проекта» → RotatingCube и добавьте объект.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7B964-35BC-45D4-A711-CD9FC73C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По умолчанию 90°/с; новый шаблон даёт поля Speed и Enabled в Behavior → Rotation.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7F4F1-B320-4E0E-9877-23F3912E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76327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DCB05-03C0-46A6-B3FF-90BDF719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5BE78-8E5B-4836-86B8-C21C8533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RotatingCube: минимальный класс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CC793-925D-4217-955A-BA232920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26DF0-6807-4E3A-9219-3265FA29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Source/RotatingCube.h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#pragma once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&lt;Engine/Components/ComponentAnnotations.h&gt;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&lt;Engine/Components/SpecificComponents/CubeComponent.h&gt;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ENGINE_COMPONENT("RotatingCube")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RotatingCube : public CubeComponent {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public: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RotatingCube();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Tick(float deltaTime) override;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Source/RotatingCube.cpp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"RotatingCube.h"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RotatingCube::RotatingCube() {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InitCube();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SetColor({1.0f, 0.65f, 0.2f, 1.0f});</a:t>
            </a:r>
          </a:p>
          <a:p xmlns:a="http://schemas.openxmlformats.org/drawingml/2006/main">
            <a:pPr>
              <a:defRPr sz="13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59547-6021-4EE5-ABAE-484BCB0F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ENGINE_COMPONENT добавляет класс в каталог проекта.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InitCube создаёт геометрию.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Конструктор задаёт исходный вид.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150AF-C5F2-4535-85FF-005DBA8F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766144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9EBE1-B661-4423-842A-0ADB7B5D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DC6C5-FB94-47C0-8AB2-32B99C84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Вращение на месте в Tick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D5787-EBF0-4485-A644-7664700A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4CFD6-8CC1-434B-BD04-DA031FC9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"RotatingCube.h"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&lt;cmath&gt;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void RotatingCube::Tick(float deltaTime)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CubeComponent::Tick(deltaTime);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auto rotation = GetRotation();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rotation.y = std::fmod(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rotation.y + 90.0f * deltaTime, 360.0f);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SetRotation(rotation);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46D30-5E06-4BD6-9892-C6479896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SetRotation принимает градусы.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deltaTime — время шага в секундах.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Позицию не меняем, поэтому куб вращается на месте.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0B2CB-7AD2-42FD-A3DC-0BA3BA06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В ProjectGame: SetSimulationTimeScale(1.0f). Полный оборот — четыре секунды.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699FE-43FC-4305-A827-B5386D97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34766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FA935-62F1-4CA1-B533-1D5A5DB1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47FA1-17A6-40A0-AABB-2436FEEA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Практика: два куба, один класс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6AB1A-160B-4C98-A065-3DC06F9D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09720-4A6C-48FB-AA1F-D021B426BB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00556f1bb42fe"/>
          <a:stretch xmlns:a="http://schemas.openxmlformats.org/drawingml/2006/main"/>
        </p:blipFill>
        <p:spPr>
          <a:xfrm xmlns:a="http://schemas.openxmlformats.org/drawingml/2006/main">
            <a:off x="5826414" y="1409700"/>
            <a:ext cx="4387273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42D59-ACD3-46CD-B91C-C407EA57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Открыть проект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9F053-9E21-429D-887E-E10E5DD9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Папка «Туториал-Свойства» → «Открыть редактор.cmd».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91D66-C3D9-4A03-BFBE-162BDF6A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Найти поля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ABBBB-A5A1-42CC-89C3-A7A27A21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Выберите «Медленный куб…». Раскройте «Свойства туториала».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72868-F1E8-4702-8FF5-E0F41F1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Изменить скорость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47489-69FB-4BCC-A33C-147B9A03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 разделе «Вращение»: 45 → 360, Enter. Play покажет результат.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42DE7-9728-4C26-A642-4A6EEFD0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Готовый проект: O:/Engine/Проекты/Туториал-Свойства. Каждый куб хранит свои значения.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37192-C48A-405A-9373-D800D900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09567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2680A-B1C1-4F19-AB69-AD49191C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6AEF1-F660-4B4F-BDFE-749C554A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Проверьте пользовательские свойства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C8DED-EBDE-4BEF-AE12-CE985928C706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Действие в Edit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Ожидаемый результат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Скорость: 45 → 360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 Play полный оборот за одну секунду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Скорость: отрицательное число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 следующем Play обратное направление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Снять «Вращение включено»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 Play выбранный куб стоит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Яркость куба: 1 → 0,2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Цвет меняется сразу, без Play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Отменить / Повторить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Возвращается прежнее / новое значение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и открыть сцену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Сохраняются отдельные настройки обоих кубов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C8B5C-620A-4EA3-BB6E-FECC8650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После проверки нажмите Stop. Для изменения уже объявленного поля пересборка не нужна.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1578E-F65E-46CA-9798-13E0F705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71237986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2EE38-B3D5-4460-8F3B-B229E959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FE737-928B-42AF-A6B0-1CDB614D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Как поле появляется в инспекторе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78ECF-2E56-42BA-9952-0362163C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A9A69-F0FF-4752-911F-7B7D355B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RotatingCube.h: дополнительный интерфейс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&lt;Engine/Components/EditorProperties.h&gt;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RotatingCube : public CubeComponent,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         public EditorPropertyProvider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// Остальные объявления — в полном примере.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DescribeEditorProperties(): один элемент fields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{ "path": "/speed", "type": "number",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"label": "Скорость, °/с",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"group": "Свойства туториала/Вращение",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"min": -720, "max": 720, "step": 15,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"decimals": 1 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EAE52-17C8-4490-9FCF-B86AF417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path связывает поле с ключом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group задаёт вложенные сворачиваемые разделы.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Схема возвращается строкой JSON: version: 1 и массив fields.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5F852-CBA7-47C3-80E2-6B5ACFD0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Фрагменты сокращены. Полный класс: Game/PropertyTutorial/Source/RotatingCube.h/.cpp.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9D531-9B2A-4F65-953E-D8270A35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224627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19B13-94CA-490C-B90E-FA344A89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E24B6-04E3-41F7-B484-0563066B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Своё поле: данные → вид → поведение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06459-DCED-4063-A5CB-BCCE6CBA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Хранить и сохранять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D6DA8-B0DD-45BE-906A-9BED7677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Добавьте поле класса. SaveProjectData записывает его; LoadProjectData читает и проверяет значения.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33C2F-51BD-4BB2-A84A-4C4EABCA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Описать интерфейс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B76EF-2EC2-4106-A122-705455E3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Добавьте элемент fields в DescribeEditorProperties: path, тип, название и группу.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C650C-980D-425B-980D-AB1671BC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Использовать значение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A2F54-740F-4D8B-B441-C7360CCA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В Tick меняйте поведение; в LoadProjectData — внешний вид. Затем соберите и проверьте Undo, Save и Play.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2C55A-D283-470E-9634-30DA7DFF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В примере speed_ и enabled_ используются в Tick, brightness_ применяется к цвету сразу.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0228C-F970-4F26-A8DA-5F347C1C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065157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6FE5B-596F-45DB-81A7-8132B5B5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C19CA-D727-4683-B988-35302233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Создание объекта в мире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68070-581F-4B4A-BF7B-BB280431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57B40-E2AA-4632-A1E2-DD53F9DF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ProjectGame::AfterInitialize()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Game::AfterInitialize();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SetSimulationTimeScale(1.0f);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auto&amp; scene = GetScene();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std::unique_ptr&lt;GameComponent&gt; cube =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std::make_unique&lt;RotatingCube&gt;();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cube-&gt;SetPosition({2.0f, 1.0f, 0.0f});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auto added = scene.AddComponent(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"MyCube", cube, "RotatingCube");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(added.result != SceneResult::Ok &amp;&amp;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added.result != SceneResult::Deferred)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std::runtime_error("Cannot spawn cube");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8C842-0C60-4284-AE65-EEFFBC0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Подключите RotatingCube.h и &lt;stdexcept&gt;.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Сцена получает владение объектом.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Имя должно быть уникальным. Во время обновления добавление может быть отложено.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0129B-8273-4EB7-9561-22717117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Полный ProjectGame.cpp дополнительно проверяет, что куб ещё не добавлен.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3C91D-DAF7-4C72-80F7-097BC31B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8162221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C99F3-41C9-4FC4-9871-DA3AF41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AF304-0934-452C-9BD5-228B38B2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Импортированная модель из C++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48F50-A9D9-4E06-B604-07A2EEF2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398D0-3E0E-4CD0-AE0A-E8D5EE8F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&lt;Engine/Scene/SceneAssets.h&gt;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Файл уже импортирован через редактор.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auto model = SceneAssets::CreateModel(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"/Game/Models/blend-packed/blend-packed.glb");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model-&gt;SetPosition({-2.0f, 0.0f, 0.0f});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auto added = game.GetScene().AddComponent(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"MyModel", model, SceneAssets::ModelType);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(added.result != SceneResult::Ok &amp;&amp;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added.result != SceneResult::Deferred)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std::runtime_error("Cannot spawn model");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7986A-C7EE-42FC-BCD3-04C90CC8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/Game — папка Content проекта.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CreateModel читает .import.json и назначает материал, созданный при импорте FBX/BLEND.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Подставьте путь вашей модели.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D28FF-6EE8-4219-AF79-B8E73AD8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Полная функция в ModelExample.h/.cpp: SpawnModel(game, "MyModel", путь_модели).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C21CC-77F4-4412-81A3-252E6D61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10888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F440D-F069-4A37-95C0-2684EFC8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BB56B-5E0F-49A6-9028-FFE4A4F5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Материал и текстура из C++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D2B99-7926-43D7-BEA6-7ED977C4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F06FF-2BB2-4E2E-A9CA-034ED459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object — GameComponent&amp;, ресурс уже в Content.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std::string material = "/Game/Materials/Wood.mat";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SceneAssets::ValidateMaterial(material);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(!object.SetMaterialAsset(material))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std::runtime_error("Material unsupported");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Отдельная текстура объекта: материал сохраняется.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(!object.TrySetTexture("/Game/Textures/grid.png"))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std::runtime_error("Cannot set texture");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Убрать отдельную текстуру, оставив материал: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object.TrySetTexture("");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D3565-F064-4786-926D-73D53072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BaseMap меняйте в редакторе материала.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Отдельная текстура объекта дополнительно умножает его цвет.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SetMaterialAsset назначает ссылку; шейдер компилируется при отрисовке.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674D8-3694-49F6-8F98-C789EB84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Для новой геометрии используйте CreateModel. TrySetTexture меняет изображение, а не модель.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880AE-71EC-4707-9312-524F20F6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599699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8712D-4756-4356-8C73-320DAAB6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4519B-5DD6-4A61-B76F-77D7644F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Ввод: поля и жизненный цикл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091F8-4E49-4688-BBF1-9C7310B9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48182-9583-46C2-90D9-1E7D5C14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#pragma once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Source/InputCube.h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"RotatingCube.h"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&lt;Engine/InputDevice/InputActions.h&gt;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ENGINE_COMPONENT("InputCube")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InputCube : public RotatingCube {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public: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BeginPlay() override;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Tick(float deltaTime) override;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private: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bool spinning_ = true;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unsigned nextCube_ = 1;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Input::Connection toggle_, spawn_;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Input::Scope inputScope_;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SpawnCube();</a:t>
            </a:r>
          </a:p>
          <a:p xmlns:a="http://schemas.openxmlformats.org/drawingml/2006/main">
            <a:pPr>
              <a:defRPr sz="150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F5193-92D4-4042-9300-97F170B8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BeginPlay вызывается перед первым игровым вводом и Tick.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Connection нужно хранить.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Scope объявлен последним из полей: он отключит обработчики до разрушения их состояния.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C2F70-9500-43EF-A427-FCF5D403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Скопируйте InputCube.h/.cpp из примеров в Source и добавьте один InputCube в сцену после сборки.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7BAE4-84B8-4C6A-B1DA-191BCEB2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0169908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F0C48-0D0F-43DA-BB33-E7BE0438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6FCC7-21D0-4665-BB54-5E5C6DBF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Клавиша R: остановить вращение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CC480-B0F0-411D-83CD-88B18717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A20B9-E6F3-4EC7-9A41-3FC24562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void InputCube::BeginPlay()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RotatingCube::BeginPlay();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auto&amp; input = GetGame()-&gt;GetInput();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input.Bind({"ToggleRotation",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Input::Context::Game, {Keys::R}});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toggle_ = input.Subscribe(inputScope_,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Input::Context::Game, "ToggleRotation",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Input::Phase::Pressed,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[this](const Input::Event&amp;)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spinning_ = !spinning_;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// Здесь же добавьте привязку N со следующего слайда.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59FAF-6BD7-442F-B80B-D5137915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R переключает вращение один раз на нажатие.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В Tick:</a:t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RotatingCube::Tick(</a:t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  spinning_ ? deltaTime : 0.0f);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После Play щёлкните viewport.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B1CDA-FAF0-4D2B-A6BA-7B227F9D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Контекст Game получает ввод в сфокусированном viewport в Play; Pause и потеря фокуса сбрасывают действия.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5716E-F267-49A1-9779-6C5298B1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24330423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2918C-C447-4726-A34B-BD5CD72D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CB089-DFFE-4C51-8636-2047C15C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Клавиша N: создать новый куб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4018F-FD71-42E5-B946-AB20E8F6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E80C9-2AA2-489C-B339-4D03083E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Продолжение InputCube::BeginPlay()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input.Bind({"SpawnCube",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Input::Context::Game, {Keys::N}});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spawn_ = input.Subscribe(inputScope_,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Input::Context::Game, "SpawnCube",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Input::Phase::Pressed,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[this](const Input::Event&amp;) { SpawnCube(); 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InputCube::SpawnCube()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std::unique_ptr&lt;GameComponent&gt; cube =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std::make_unique&lt;RotatingCube&gt;();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cube-&gt;SetPosition(GetLocalPosition() +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glm::vec3(2.0f * number, 0, 0));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const auto added = scene.AddComponent(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name, cube, "RotatingCube");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21351-8801-48FD-A007-6BF221B1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SpawnCube получает GetGame()-&gt;GetScene().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number — счётчик, name — свободное имя SpawnedCubeN.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В полном файле проверяются имя и результат добавления.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9A7C2-55F2-4402-8CA6-7DACB724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Новый куб появляется в копии Play. После Stop он исчезает вместе с этой копией.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46F25-1070-40A9-A0F8-C1BDCAB8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88306561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AA50C-59D3-46D5-A277-C282C108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5F236-A51F-4C53-9004-8A377CBC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Сочетания и переназначение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5090D-D524-43C1-BDE7-65DB8FCB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D65BF-3F07-4C45-BED2-C7003291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BeginPlay после привязки ToggleRotation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input.Unbind(Input::Context::Game, "ToggleRotation");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input.Bind({"ToggleRotation", Input::Context::Game,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{Keys::Control, Keys::R}});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Две привязки одной оси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input.Bind({"MoveX", Input::Context::Game,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{Keys::D}, 1});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input.Bind({"MoveX", Input::Context::Game,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{Keys::A}, -1});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69C55-D937-476F-9C66-73294BBD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Обработчик ToggleRotation остаётся прежним.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Ctrl + R — одновременное удержание клавиш.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Для MoveX подпишитесь на Phase::Axis и читайте e.value. A + D даёт ноль.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744DD-4BEC-4D45-9CE0-2A2624CC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5500252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BB369-64E7-4E87-AF49-75176290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6FDF0-6DD8-4D81-999F-A120C5B0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Своя схема управления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A60CE-05AD-49DE-BBAC-542C2C66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7C40A-06CF-4DDB-B082-0D83E486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class MyController : public CharacterController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public: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using CharacterController::CharacterController;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void BindInput() override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game_.GetInput().Bind({"Go",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Input::Context::Game, {Keys::I}});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connections_.push_back(game_.GetInput().Subscribe(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inputScope_, Input::Context::Game, "Go",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Input::Phase::Axis,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[this](const Input::Event&amp; e) {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    forward_ = e.value;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}));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9F4FC-FBD9-4B7A-8F58-C315078D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I задаёт движение вперёд и заменяет стандартные привязки.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Game выбирает контроллер в методе фабрики. Пример — в README.txt.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Для своей камеры переопределите UpdateCamera().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3BA01-0266-41C0-AF17-F3B965BD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Выберите MyGame: Проект → C++ → Типы C++ проекта…; персонажа назначьте в настройках Play.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DCB9A-D45A-48B1-BB28-975F4549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7878282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3E77D-D7F2-4937-B3F1-599B9D97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97B35-5820-4DEE-B9FF-E8242554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Игровой UI в файле .ui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723A4-711F-4A46-9A6C-A6D8CE0F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EAF45-CB94-457A-9190-974CAD5A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UI и Group собирают дерево. Panel, Label, Bar и Button задают его внешний вид.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221C6-D679-46D0-83FF-47100C6B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Подключение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81727-ADC7-4AD8-B83F-D092C92C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C++ создаёт UIComponent, загружает файл и назначает действия кнопкам.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86274-4AB2-452F-90C9-EEC3B6BA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Редактирование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882FD-DE65-4D99-A2EC-EF0C0494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Меняйте XML во внешнем редакторе и сохраняйте. Игра обновит уже загруженный HUD.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B1608-9CA5-4574-9E59-5D1BC49C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Отдельного визуального окна UI в редакторе пока нет. HUD рисуется поверх игрового кадра.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10B89-EA66-46E9-8FFA-CBE95DE1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84183416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E8E42-77BF-4628-BF73-646C753D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CD813-5919-402C-9B39-26968049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Разметка панели HUD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046C9-871E-4F4A-A32C-1A4DFBA6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3F5A1-E78E-4D8F-8B3D-6C70E7E5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&lt;UI&gt;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&lt;Panel name="stats" rect="16 16 280 144"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padding="12" color="#101820DD"&gt;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&lt;Label name="clicks" text="Нажатий: 0"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rect="0 0 240 22"/&gt;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&lt;Bar name="load" rect="0 32 240 12"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fill="0" fillColor="#35B8CFFF"/&gt;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&lt;Button name="add" rect="0 64 240 32"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    text="Добавить"/&gt;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&lt;/Panel&gt;</a:t>
            </a:r>
          </a:p>
          <a:p xmlns:a="http://schemas.openxmlformats.org/drawingml/2006/main">
            <a:pPr>
              <a:defRPr sz="172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&lt;/UI&gt;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E0A7E-8E91-4E71-B2C1-775A4974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Сохраните в Content/UI/Hud.ui, кодировка UTF-8.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name связывает элемент с C++.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padding задаёт отступ для дочерних элементов.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3EF12-8664-46D9-B131-DC11DC81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Полный пример: папка UI в архиве исходников туториала.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74739-ABC6-4798-9C3E-F39AEF28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86187464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2A222-2769-44E2-9A95-78CD6994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A49B2-C839-4FA4-ADB8-C6E926B4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Размеры и привязки UI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0A5B3-8685-4027-8F82-56FB99231B4A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Атрибут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работает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rect="x y width height"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Смещение и размер в пикселях внутри родителя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anchor="TopRight"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Отступ от правого верхнего края внутрь панели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anchor="BottomLeft"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Отступ снизу. Для текста задайте высоту явно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width / height = 0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Растянуть до края родительской области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padding="12"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Один отступ или четыре: слева, сверху, справа, снизу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color="#RRGGBBAA"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Цвет и прозрачность. #RRGGBB полностью непрозрачен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5E54D-7898-4E7D-9A60-062BFD7A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4850874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F757A-3EC6-46C2-9E98-E385FCE5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6F8F7-E1AC-46D4-A6AF-53673D2E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Подключение HUD к игре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DF8D3-2245-4EAF-870D-B35964B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180BF-E5C2-4845-BAAE-F1279B37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ProjectGame.cpp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#include "TutorialHud.h"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После Game::AfterInitialize(), до ранних return: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AttachTutorialHud(*this,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"C:/Games/Demo/Content/UI/Hud.ui");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// В конструкторе TutorialHud: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FontAtlasSettings font;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font.Face = L"Consolas";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font.PixelHeight = 18;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SetFont(font);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if (!LoadMarkup(markupFile.generic_u8string()))</a:t>
            </a:r>
          </a:p>
          <a:p xmlns:a="http://schemas.openxmlformats.org/drawingml/2006/main">
            <a:pPr>
              <a:defRPr sz="1575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throw std::runtime_error("Cannot load HUD");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EB8B4-2019-496B-80C3-880538E3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Путь на слайде замените своим.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LoadMarkup читает файл с диска. /Game автоматически не разрешается.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Шрифт задайте до первого кадра.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C795E-7BB3-4472-B3AC-1058380F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TutorialHud.h/.cpp содержат регистрацию и проверку ошибок. HUD создаётся только при запуске игры.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7E1C4-3C9C-42EF-9A68-4CA4EE42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6812816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01E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8E001-FA1A-4719-ACBE-D41EE57A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02847-DCA1-4310-BA30-CB5BAD7C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9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9FA"/>
                </a:solidFill>
                <a:latin typeface="Arial"/>
                <a:ea typeface="Arial"/>
                <a:cs typeface="Arial"/>
              </a:rPr>
              <a:t>После обновления привяжите элементы заново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0F957-0D9E-49AF-9793-B42B0C0D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00100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42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5F4D9-CEBD-4011-B4E9-E8D985E0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7343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void TutorialHud::BindElements() {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revision_ = GetMarkupRevision();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label_ = Find&lt;UILabel&gt;("clicks");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bar_ = Find&lt;UIBar&gt;("load");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if (auto* b = Find&lt;UIButton&gt;("add"))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b-&gt;OnClick = [this] { ++clicks_; };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void TutorialHud::Tick(float dt) {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UIComponent::Tick(dt);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if (GetMarkupRevision() != revision_)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BindElements();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if (label_) label_-&gt;SetText(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        "Нажатий: " + std::to_string(clicks_));</a:t>
            </a:r>
          </a:p>
          <a:p xmlns:a="http://schemas.openxmlformats.org/drawingml/2006/main">
            <a:pPr>
              <a:defRPr sz="1650" b="0">
                <a:solidFill>
                  <a:srgbClr val="BCE8E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BCE8E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0B000-15B2-48AF-919C-8ECE5620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30289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Замена дерева делает старые указатели недействительными.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Find может вернуть nullptr.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1E9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1E9EF"/>
                </a:solidFill>
                <a:latin typeface="Arial"/>
                <a:ea typeface="Arial"/>
                <a:cs typeface="Arial"/>
              </a:rPr>
              <a:t>OnClick тоже назначается заново.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3823E-4E95-4E16-AE31-782CF9B1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1C5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1C5D2"/>
                </a:solidFill>
                <a:latin typeface="Arial"/>
                <a:ea typeface="Arial"/>
                <a:cs typeface="Arial"/>
              </a:rPr>
              <a:t>Нажатие и отпускание ЛКМ должны попасть в одну кнопку. Увод мыши отменяет щелчок.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92E89-5141-40EA-9F4B-59449E46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BB3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BB3C4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13682023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DCE3C-274A-41F5-AAB1-003DE255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592D7-9892-4EA9-957F-818722CE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Практика с HUD в Battle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F0626-2FCC-4296-8C7D-B9AEABCE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Запустите Battle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0F2A7-32BC-4AD6-AF73-887C498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HUD показывает время кадра, вызовы отрисовки, количество техники и уровни LOD.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5A070-A027-477B-BC3B-F365D492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Измените файл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7F29C-8543-4A1F-8F01-5E7B04B3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Рядом с Battle.exe откройте GameContent/UI/Hud.ui. Измените color или rect и сохраните.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5AAF0-89FF-4B86-90FB-CFE48484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78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78E"/>
                </a:solidFill>
                <a:latin typeface="Arial"/>
                <a:ea typeface="Arial"/>
                <a:cs typeface="Arial"/>
              </a:rPr>
              <a:t>Проверьте результат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2E904-12EC-4C4A-A2FC-C005F7A6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7391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Раскладка обновится. Кнопка и F6 переключают раскраску LOD, F7 скрывает HUD.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86186-220A-4B5D-A12B-494990C7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Постоянные правки сохраните также в Game/Battle/Content/UI/Hud.ui перед следующей сборкой.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788F4-4931-446C-B56F-04C6DEE7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90812701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05505-022D-4358-907D-1F2023E0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34321-D10F-4D18-BA87-F0872F9F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Если HUD не обновился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DCB50-CBFA-46EF-B22B-A0DC9947E4B3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Симптом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проверить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Нет HUD при запуске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Физический путь, UTF-8 и сообщение UIComponent в логе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Старый вид после сохранения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Загруженную копию .ui и строку ошибки XML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 атрибута не видно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Неизвестный атрибут игнорируется с предупреждением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Кнопка без действия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name, Find&lt;UIButton&gt; и OnClick после смены ревизии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Камера реагирует на щелчок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В игровой логике учитывайте GetHovered()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Символы пропали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Атлас содержит ASCII и русские буквы А-я, Ё и ё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8B54D-B2BC-4584-8E98-169060D3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96631500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6DA67-82EC-4671-9B2E-BD1959DF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4DCDE-B5FB-4437-905D-D0682A47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Обновление движка и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A1392-4C1F-4B05-9907-93AB2CE0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3714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A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84441-AF99-4685-A76A-AFC3AC0BBA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d0b7994d84578"/>
          <a:stretch xmlns:a="http://schemas.openxmlformats.org/drawingml/2006/main"/>
        </p:blipFill>
        <p:spPr>
          <a:xfrm xmlns:a="http://schemas.openxmlformats.org/drawingml/2006/main">
            <a:off x="4799918" y="1409700"/>
            <a:ext cx="6440263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5F77A-B55C-4FF3-A5CB-7BF9C5A5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Обычный запуск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96CD7-E899-4B8C-8F90-23741BA9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Нажмите «Играть» или «Редактировать» у старого проекта.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752B1-7BD9-4FCD-8042-BD7B3649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Предложение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E0A0A-BA3E-414C-83DC-F6BE8B1E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Лаунчер покажет версии и предложит обновить копию проекта.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5E460-B5BA-45F2-BDC6-353B7B46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66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66D80"/>
                </a:solidFill>
                <a:latin typeface="Arial"/>
                <a:ea typeface="Arial"/>
                <a:cs typeface="Arial"/>
              </a:rPr>
              <a:t>Выбор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4D94E-3239-48EE-86F1-5B524B29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6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646"/>
                </a:solidFill>
                <a:latin typeface="Arial"/>
                <a:ea typeface="Arial"/>
                <a:cs typeface="Arial"/>
              </a:rPr>
              <a:t>Можно открыть исходник на прежней установленной версии или отменить.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F4750-D7C4-4514-ABCF-6D801F6B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2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D6272"/>
                </a:solidFill>
                <a:latin typeface="Arial"/>
                <a:ea typeface="Arial"/>
                <a:cs typeface="Arial"/>
              </a:rPr>
              <a:t>Обновление сохраняет исходную папку. Меню на снимке — ручной способ: «Обновить копию проекта…».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24BCF-59D2-44C0-8ED1-E83C824D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8223502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E7EF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6B679-0744-4F4F-B840-35FEB93F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3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87F81-70A4-4249-81D2-00A75A3A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0273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737"/>
                </a:solidFill>
                <a:latin typeface="Arial"/>
                <a:ea typeface="Arial"/>
                <a:cs typeface="Arial"/>
              </a:rPr>
              <a:t>Частые вопросы при первом запуске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8FD41-F3AB-49EE-BBF2-2F51FD641BE5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Симптом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проверить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338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Персонаж не двигается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Play, фокус viewport, назначение и флажок управления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BLEND не импортируется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Blender 4.2+, доступные картинки или упакованные текстуры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Материал рисуется шахматкой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Ошибки HLSL, путь .mat; после исправления нажмите F6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Новый класс не виден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Успешная сборка, регистрация и Hot Reload в Edit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Ошибка сборки / загрузки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Console, CodeBuild.log и логи кандидата в Binaries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Пропала модель или текстура</a:t>
                      </a:r>
                    </a:p>
                  </a:txBody>
                  <a:tcPr marL="133350" marR="133350" marT="114300" marB="9525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646"/>
                          </a:solidFill>
                          <a:latin typeface="Arial"/>
                          <a:ea typeface="Arial"/>
                          <a:cs typeface="Arial"/>
                        </a:rPr>
                        <a:t>Ресурс импортирован в Content и перенесён вместе с проектом</a:t>
                      </a:r>
                    </a:p>
                  </a:txBody>
                  <a:tcPr marL="133350" marR="133350" marT="114300" marB="9525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38479-0EB5-443F-8503-665BAE54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80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808F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736430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2026-10-31T12:22:06.6090000Z</dcterms:created>
  <dcterms:modified xsi:type="dcterms:W3CDTF">2026-10-31T12:22:06.6090000Z</dcterms:modified>
</coreProperties>
</file>