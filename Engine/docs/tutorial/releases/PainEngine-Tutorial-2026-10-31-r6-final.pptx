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bc052981fd4248" /><Relationship Type="http://schemas.openxmlformats.org/officeDocument/2006/relationships/extended-properties" Target="/docProps/app.xml" Id="R4d0077d796dd46e2" /><Relationship Type="http://schemas.openxmlformats.org/officeDocument/2006/relationships/officeDocument" Target="/ppt/presentation.xml" Id="R5d963c5aaec34a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30b09bb782403b"/>
  </p:sldMasterIdLst>
  <p:notesMasterIdLst>
    <p:notesMasterId xmlns:r="http://schemas.openxmlformats.org/officeDocument/2006/relationships" r:id="Rc9de38c979d14815"/>
  </p:notesMasterIdLst>
  <p:sldIdLst>
    <p:sldId xmlns:r="http://schemas.openxmlformats.org/officeDocument/2006/relationships" id="256" r:id="Re45764d4e7214d72"/>
    <p:sldId xmlns:r="http://schemas.openxmlformats.org/officeDocument/2006/relationships" id="257" r:id="Rc8b0660014a24e29"/>
    <p:sldId xmlns:r="http://schemas.openxmlformats.org/officeDocument/2006/relationships" id="258" r:id="Re69b7d3d1b604253"/>
    <p:sldId xmlns:r="http://schemas.openxmlformats.org/officeDocument/2006/relationships" id="259" r:id="R68e39abfaa3c439c"/>
    <p:sldId xmlns:r="http://schemas.openxmlformats.org/officeDocument/2006/relationships" id="260" r:id="R57862b0903cb4025"/>
    <p:sldId xmlns:r="http://schemas.openxmlformats.org/officeDocument/2006/relationships" id="261" r:id="Raf10283696704dda"/>
    <p:sldId xmlns:r="http://schemas.openxmlformats.org/officeDocument/2006/relationships" id="262" r:id="Ra533c6d4ecfa4851"/>
    <p:sldId xmlns:r="http://schemas.openxmlformats.org/officeDocument/2006/relationships" id="263" r:id="R88cda66de8c04b93"/>
    <p:sldId xmlns:r="http://schemas.openxmlformats.org/officeDocument/2006/relationships" id="264" r:id="Rae3eed5217f641a8"/>
    <p:sldId xmlns:r="http://schemas.openxmlformats.org/officeDocument/2006/relationships" id="265" r:id="R1e661dae4a564a20"/>
    <p:sldId xmlns:r="http://schemas.openxmlformats.org/officeDocument/2006/relationships" id="266" r:id="R24b6fc019a554aa2"/>
    <p:sldId xmlns:r="http://schemas.openxmlformats.org/officeDocument/2006/relationships" id="267" r:id="Rf7cb85b7dd8649c4"/>
    <p:sldId xmlns:r="http://schemas.openxmlformats.org/officeDocument/2006/relationships" id="268" r:id="R07144cbd79384193"/>
    <p:sldId xmlns:r="http://schemas.openxmlformats.org/officeDocument/2006/relationships" id="269" r:id="Rddee9f4530fb4233"/>
    <p:sldId xmlns:r="http://schemas.openxmlformats.org/officeDocument/2006/relationships" id="270" r:id="R4a544689538d4a3b"/>
    <p:sldId xmlns:r="http://schemas.openxmlformats.org/officeDocument/2006/relationships" id="271" r:id="R91114bab576f4285"/>
    <p:sldId xmlns:r="http://schemas.openxmlformats.org/officeDocument/2006/relationships" id="272" r:id="R737b432be8a14305"/>
    <p:sldId xmlns:r="http://schemas.openxmlformats.org/officeDocument/2006/relationships" id="273" r:id="R891de951f7364562"/>
    <p:sldId xmlns:r="http://schemas.openxmlformats.org/officeDocument/2006/relationships" id="274" r:id="R70952493d9484d50"/>
    <p:sldId xmlns:r="http://schemas.openxmlformats.org/officeDocument/2006/relationships" id="275" r:id="Rf01c3997da4c4c35"/>
    <p:sldId xmlns:r="http://schemas.openxmlformats.org/officeDocument/2006/relationships" id="276" r:id="R5ae368d206d943c7"/>
    <p:sldId xmlns:r="http://schemas.openxmlformats.org/officeDocument/2006/relationships" id="277" r:id="R769be274944b4d60"/>
    <p:sldId xmlns:r="http://schemas.openxmlformats.org/officeDocument/2006/relationships" id="278" r:id="R6406f76c07fa4838"/>
    <p:sldId xmlns:r="http://schemas.openxmlformats.org/officeDocument/2006/relationships" id="279" r:id="Re65b44f0767642e5"/>
    <p:sldId xmlns:r="http://schemas.openxmlformats.org/officeDocument/2006/relationships" id="280" r:id="R7cb3b5c7e6704cd4"/>
    <p:sldId xmlns:r="http://schemas.openxmlformats.org/officeDocument/2006/relationships" id="281" r:id="R41693ba8edb84d05"/>
    <p:sldId xmlns:r="http://schemas.openxmlformats.org/officeDocument/2006/relationships" id="282" r:id="R028be3d3c17b4b06"/>
    <p:sldId xmlns:r="http://schemas.openxmlformats.org/officeDocument/2006/relationships" id="283" r:id="Rff87c1a557d840d6"/>
    <p:sldId xmlns:r="http://schemas.openxmlformats.org/officeDocument/2006/relationships" id="284" r:id="Rbdd1077cf9f941c4"/>
    <p:sldId xmlns:r="http://schemas.openxmlformats.org/officeDocument/2006/relationships" id="285" r:id="Rc1e4cb0a0ad9403a"/>
    <p:sldId xmlns:r="http://schemas.openxmlformats.org/officeDocument/2006/relationships" id="286" r:id="R7439ea59b1af4db7"/>
    <p:sldId xmlns:r="http://schemas.openxmlformats.org/officeDocument/2006/relationships" id="287" r:id="Rcbd664fbb1be466b"/>
    <p:sldId xmlns:r="http://schemas.openxmlformats.org/officeDocument/2006/relationships" id="288" r:id="R8fa7b6dea4a64910"/>
    <p:sldId xmlns:r="http://schemas.openxmlformats.org/officeDocument/2006/relationships" id="289" r:id="Re543b82079d34225"/>
    <p:sldId xmlns:r="http://schemas.openxmlformats.org/officeDocument/2006/relationships" id="290" r:id="R3f997d3691d1466a"/>
    <p:sldId xmlns:r="http://schemas.openxmlformats.org/officeDocument/2006/relationships" id="291" r:id="R52d24225713343d7"/>
    <p:sldId xmlns:r="http://schemas.openxmlformats.org/officeDocument/2006/relationships" id="292" r:id="Rc6e07d188d6542d9"/>
    <p:sldId xmlns:r="http://schemas.openxmlformats.org/officeDocument/2006/relationships" id="293" r:id="R597350112b5a4aad"/>
    <p:sldId xmlns:r="http://schemas.openxmlformats.org/officeDocument/2006/relationships" id="294" r:id="Raa593ee87f914bd0"/>
    <p:sldId xmlns:r="http://schemas.openxmlformats.org/officeDocument/2006/relationships" id="295" r:id="R3216429ca84c46c0"/>
    <p:sldId xmlns:r="http://schemas.openxmlformats.org/officeDocument/2006/relationships" id="296" r:id="R6c06a478f60646ab"/>
    <p:sldId xmlns:r="http://schemas.openxmlformats.org/officeDocument/2006/relationships" id="297" r:id="Rf1f9103364df4d54"/>
    <p:sldId xmlns:r="http://schemas.openxmlformats.org/officeDocument/2006/relationships" id="298" r:id="R44faec32e2024f34"/>
    <p:sldId xmlns:r="http://schemas.openxmlformats.org/officeDocument/2006/relationships" id="299" r:id="Rebbc4e4c85d54bd8"/>
    <p:sldId xmlns:r="http://schemas.openxmlformats.org/officeDocument/2006/relationships" id="300" r:id="R55331471844d4075"/>
    <p:sldId xmlns:r="http://schemas.openxmlformats.org/officeDocument/2006/relationships" id="301" r:id="R0a6b1b2f5a7d40e3"/>
    <p:sldId xmlns:r="http://schemas.openxmlformats.org/officeDocument/2006/relationships" id="302" r:id="R62273ed464684c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9c4271dfa14bce" /><Relationship Type="http://schemas.openxmlformats.org/officeDocument/2006/relationships/slideMaster" Target="/ppt/slideMasters/slideMaster1.xml" Id="Ra530b09bb782403b" /><Relationship Type="http://schemas.openxmlformats.org/officeDocument/2006/relationships/notesMaster" Target="/ppt/notesMasters/notesMaster1.xml" Id="Rc9de38c979d14815" /><Relationship Type="http://schemas.openxmlformats.org/officeDocument/2006/relationships/presProps" Target="/ppt/presProps.xml" Id="R9eaa3fe1308d4d6c" /><Relationship Type="http://schemas.openxmlformats.org/officeDocument/2006/relationships/tableStyles" Target="/ppt/tableStyles.xml" Id="R75b06e03a97649ff" /><Relationship Type="http://schemas.openxmlformats.org/officeDocument/2006/relationships/slide" Target="/ppt/slides/slide1.xml" Id="Re45764d4e7214d72" /><Relationship Type="http://schemas.openxmlformats.org/officeDocument/2006/relationships/slide" Target="/ppt/slides/slide2.xml" Id="Rc8b0660014a24e29" /><Relationship Type="http://schemas.openxmlformats.org/officeDocument/2006/relationships/slide" Target="/ppt/slides/slide3.xml" Id="Re69b7d3d1b604253" /><Relationship Type="http://schemas.openxmlformats.org/officeDocument/2006/relationships/slide" Target="/ppt/slides/slide4.xml" Id="R68e39abfaa3c439c" /><Relationship Type="http://schemas.openxmlformats.org/officeDocument/2006/relationships/slide" Target="/ppt/slides/slide5.xml" Id="R57862b0903cb4025" /><Relationship Type="http://schemas.openxmlformats.org/officeDocument/2006/relationships/slide" Target="/ppt/slides/slide6.xml" Id="Raf10283696704dda" /><Relationship Type="http://schemas.openxmlformats.org/officeDocument/2006/relationships/slide" Target="/ppt/slides/slide7.xml" Id="Ra533c6d4ecfa4851" /><Relationship Type="http://schemas.openxmlformats.org/officeDocument/2006/relationships/slide" Target="/ppt/slides/slide8.xml" Id="R88cda66de8c04b93" /><Relationship Type="http://schemas.openxmlformats.org/officeDocument/2006/relationships/slide" Target="/ppt/slides/slide9.xml" Id="Rae3eed5217f641a8" /><Relationship Type="http://schemas.openxmlformats.org/officeDocument/2006/relationships/slide" Target="/ppt/slides/slide10.xml" Id="R1e661dae4a564a20" /><Relationship Type="http://schemas.openxmlformats.org/officeDocument/2006/relationships/slide" Target="/ppt/slides/slide11.xml" Id="R24b6fc019a554aa2" /><Relationship Type="http://schemas.openxmlformats.org/officeDocument/2006/relationships/slide" Target="/ppt/slides/slide12.xml" Id="Rf7cb85b7dd8649c4" /><Relationship Type="http://schemas.openxmlformats.org/officeDocument/2006/relationships/slide" Target="/ppt/slides/slide13.xml" Id="R07144cbd79384193" /><Relationship Type="http://schemas.openxmlformats.org/officeDocument/2006/relationships/slide" Target="/ppt/slides/slide14.xml" Id="Rddee9f4530fb4233" /><Relationship Type="http://schemas.openxmlformats.org/officeDocument/2006/relationships/slide" Target="/ppt/slides/slide15.xml" Id="R4a544689538d4a3b" /><Relationship Type="http://schemas.openxmlformats.org/officeDocument/2006/relationships/slide" Target="/ppt/slides/slide16.xml" Id="R91114bab576f4285" /><Relationship Type="http://schemas.openxmlformats.org/officeDocument/2006/relationships/slide" Target="/ppt/slides/slide17.xml" Id="R737b432be8a14305" /><Relationship Type="http://schemas.openxmlformats.org/officeDocument/2006/relationships/slide" Target="/ppt/slides/slide18.xml" Id="R891de951f7364562" /><Relationship Type="http://schemas.openxmlformats.org/officeDocument/2006/relationships/slide" Target="/ppt/slides/slide19.xml" Id="R70952493d9484d50" /><Relationship Type="http://schemas.openxmlformats.org/officeDocument/2006/relationships/slide" Target="/ppt/slides/slide20.xml" Id="Rf01c3997da4c4c35" /><Relationship Type="http://schemas.openxmlformats.org/officeDocument/2006/relationships/slide" Target="/ppt/slides/slide21.xml" Id="R5ae368d206d943c7" /><Relationship Type="http://schemas.openxmlformats.org/officeDocument/2006/relationships/slide" Target="/ppt/slides/slide22.xml" Id="R769be274944b4d60" /><Relationship Type="http://schemas.openxmlformats.org/officeDocument/2006/relationships/slide" Target="/ppt/slides/slide23.xml" Id="R6406f76c07fa4838" /><Relationship Type="http://schemas.openxmlformats.org/officeDocument/2006/relationships/slide" Target="/ppt/slides/slide24.xml" Id="Re65b44f0767642e5" /><Relationship Type="http://schemas.openxmlformats.org/officeDocument/2006/relationships/slide" Target="/ppt/slides/slide25.xml" Id="R7cb3b5c7e6704cd4" /><Relationship Type="http://schemas.openxmlformats.org/officeDocument/2006/relationships/slide" Target="/ppt/slides/slide26.xml" Id="R41693ba8edb84d05" /><Relationship Type="http://schemas.openxmlformats.org/officeDocument/2006/relationships/slide" Target="/ppt/slides/slide27.xml" Id="R028be3d3c17b4b06" /><Relationship Type="http://schemas.openxmlformats.org/officeDocument/2006/relationships/slide" Target="/ppt/slides/slide28.xml" Id="Rff87c1a557d840d6" /><Relationship Type="http://schemas.openxmlformats.org/officeDocument/2006/relationships/slide" Target="/ppt/slides/slide29.xml" Id="Rbdd1077cf9f941c4" /><Relationship Type="http://schemas.openxmlformats.org/officeDocument/2006/relationships/slide" Target="/ppt/slides/slide30.xml" Id="Rc1e4cb0a0ad9403a" /><Relationship Type="http://schemas.openxmlformats.org/officeDocument/2006/relationships/slide" Target="/ppt/slides/slide31.xml" Id="R7439ea59b1af4db7" /><Relationship Type="http://schemas.openxmlformats.org/officeDocument/2006/relationships/slide" Target="/ppt/slides/slide32.xml" Id="Rcbd664fbb1be466b" /><Relationship Type="http://schemas.openxmlformats.org/officeDocument/2006/relationships/slide" Target="/ppt/slides/slide33.xml" Id="R8fa7b6dea4a64910" /><Relationship Type="http://schemas.openxmlformats.org/officeDocument/2006/relationships/slide" Target="/ppt/slides/slide34.xml" Id="Re543b82079d34225" /><Relationship Type="http://schemas.openxmlformats.org/officeDocument/2006/relationships/slide" Target="/ppt/slides/slide35.xml" Id="R3f997d3691d1466a" /><Relationship Type="http://schemas.openxmlformats.org/officeDocument/2006/relationships/slide" Target="/ppt/slides/slide36.xml" Id="R52d24225713343d7" /><Relationship Type="http://schemas.openxmlformats.org/officeDocument/2006/relationships/slide" Target="/ppt/slides/slide37.xml" Id="Rc6e07d188d6542d9" /><Relationship Type="http://schemas.openxmlformats.org/officeDocument/2006/relationships/slide" Target="/ppt/slides/slide38.xml" Id="R597350112b5a4aad" /><Relationship Type="http://schemas.openxmlformats.org/officeDocument/2006/relationships/slide" Target="/ppt/slides/slide39.xml" Id="Raa593ee87f914bd0" /><Relationship Type="http://schemas.openxmlformats.org/officeDocument/2006/relationships/slide" Target="/ppt/slides/slide40.xml" Id="R3216429ca84c46c0" /><Relationship Type="http://schemas.openxmlformats.org/officeDocument/2006/relationships/slide" Target="/ppt/slides/slide41.xml" Id="R6c06a478f60646ab" /><Relationship Type="http://schemas.openxmlformats.org/officeDocument/2006/relationships/slide" Target="/ppt/slides/slide42.xml" Id="Rf1f9103364df4d54" /><Relationship Type="http://schemas.openxmlformats.org/officeDocument/2006/relationships/slide" Target="/ppt/slides/slide43.xml" Id="R44faec32e2024f34" /><Relationship Type="http://schemas.openxmlformats.org/officeDocument/2006/relationships/slide" Target="/ppt/slides/slide44.xml" Id="Rebbc4e4c85d54bd8" /><Relationship Type="http://schemas.openxmlformats.org/officeDocument/2006/relationships/slide" Target="/ppt/slides/slide45.xml" Id="R55331471844d4075" /><Relationship Type="http://schemas.openxmlformats.org/officeDocument/2006/relationships/slide" Target="/ppt/slides/slide46.xml" Id="R0a6b1b2f5a7d40e3" /><Relationship Type="http://schemas.openxmlformats.org/officeDocument/2006/relationships/slide" Target="/ppt/slides/slide47.xml" Id="R62273ed46468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ae25cbdf054f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57473ecd424bbc" /><Relationship Type="http://schemas.openxmlformats.org/officeDocument/2006/relationships/notesMaster" Target="/ppt/notesMasters/notesMaster1.xml" Id="R066fc227829041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2737868f224254" /><Relationship Type="http://schemas.openxmlformats.org/officeDocument/2006/relationships/notesMaster" Target="/ppt/notesMasters/notesMaster1.xml" Id="R5936d227eebe4f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d3edfddabc4fa7" /><Relationship Type="http://schemas.openxmlformats.org/officeDocument/2006/relationships/notesMaster" Target="/ppt/notesMasters/notesMaster1.xml" Id="R666b49b6f76149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77b8e2d15d4b23" /><Relationship Type="http://schemas.openxmlformats.org/officeDocument/2006/relationships/notesMaster" Target="/ppt/notesMasters/notesMaster1.xml" Id="R219c9c38964941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3ff023305241d3" /><Relationship Type="http://schemas.openxmlformats.org/officeDocument/2006/relationships/notesMaster" Target="/ppt/notesMasters/notesMaster1.xml" Id="R1dea8d2df37b4d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3af9f0068f45b4" /><Relationship Type="http://schemas.openxmlformats.org/officeDocument/2006/relationships/notesMaster" Target="/ppt/notesMasters/notesMaster1.xml" Id="R0b38778757bb4a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51c64706df47ed" /><Relationship Type="http://schemas.openxmlformats.org/officeDocument/2006/relationships/notesMaster" Target="/ppt/notesMasters/notesMaster1.xml" Id="R97900124ee7549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17d7a488514e3c" /><Relationship Type="http://schemas.openxmlformats.org/officeDocument/2006/relationships/notesMaster" Target="/ppt/notesMasters/notesMaster1.xml" Id="R36b3717b1cc246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189d26020647cd" /><Relationship Type="http://schemas.openxmlformats.org/officeDocument/2006/relationships/notesMaster" Target="/ppt/notesMasters/notesMaster1.xml" Id="R6853a774b46942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7e300c703447aa" /><Relationship Type="http://schemas.openxmlformats.org/officeDocument/2006/relationships/notesMaster" Target="/ppt/notesMasters/notesMaster1.xml" Id="Rad0f528ba3cf42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843e73b0e74662" /><Relationship Type="http://schemas.openxmlformats.org/officeDocument/2006/relationships/notesMaster" Target="/ppt/notesMasters/notesMaster1.xml" Id="R24a95b5d834242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e8ddd061a9467a" /><Relationship Type="http://schemas.openxmlformats.org/officeDocument/2006/relationships/notesMaster" Target="/ppt/notesMasters/notesMaster1.xml" Id="R17bb8c7cdc444d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38474b379b48dd" /><Relationship Type="http://schemas.openxmlformats.org/officeDocument/2006/relationships/notesMaster" Target="/ppt/notesMasters/notesMaster1.xml" Id="Rded82ef1256741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0e793c6c0a4e75" /><Relationship Type="http://schemas.openxmlformats.org/officeDocument/2006/relationships/notesMaster" Target="/ppt/notesMasters/notesMaster1.xml" Id="R175e7844765b49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082e933bd24be8" /><Relationship Type="http://schemas.openxmlformats.org/officeDocument/2006/relationships/notesMaster" Target="/ppt/notesMasters/notesMaster1.xml" Id="R333b195d545044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42723c44b94c9a" /><Relationship Type="http://schemas.openxmlformats.org/officeDocument/2006/relationships/notesMaster" Target="/ppt/notesMasters/notesMaster1.xml" Id="Ra63edc52bed246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a50a6ad90142e7" /><Relationship Type="http://schemas.openxmlformats.org/officeDocument/2006/relationships/notesMaster" Target="/ppt/notesMasters/notesMaster1.xml" Id="Rb4201b42312b48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a40e3938de4c41" /><Relationship Type="http://schemas.openxmlformats.org/officeDocument/2006/relationships/notesMaster" Target="/ppt/notesMasters/notesMaster1.xml" Id="R3d0bf948636e49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24985f28124d3b" /><Relationship Type="http://schemas.openxmlformats.org/officeDocument/2006/relationships/notesMaster" Target="/ppt/notesMasters/notesMaster1.xml" Id="R5ea6b384944244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d31d35333d24a08" /><Relationship Type="http://schemas.openxmlformats.org/officeDocument/2006/relationships/notesMaster" Target="/ppt/notesMasters/notesMaster1.xml" Id="R22e92b46dfe24ae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f212743c8ca45d8" /><Relationship Type="http://schemas.openxmlformats.org/officeDocument/2006/relationships/notesMaster" Target="/ppt/notesMasters/notesMaster1.xml" Id="R179884b278dd49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9ca72c94a04027" /><Relationship Type="http://schemas.openxmlformats.org/officeDocument/2006/relationships/notesMaster" Target="/ppt/notesMasters/notesMaster1.xml" Id="R77b7fc71b67a4db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6200a2b211411e" /><Relationship Type="http://schemas.openxmlformats.org/officeDocument/2006/relationships/notesMaster" Target="/ppt/notesMasters/notesMaster1.xml" Id="Rc111105a6fa3464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21da0f4bbde438d" /><Relationship Type="http://schemas.openxmlformats.org/officeDocument/2006/relationships/notesMaster" Target="/ppt/notesMasters/notesMaster1.xml" Id="Ra035489138324f6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5226937fd74cc1" /><Relationship Type="http://schemas.openxmlformats.org/officeDocument/2006/relationships/notesMaster" Target="/ppt/notesMasters/notesMaster1.xml" Id="Rec741525dd8a45e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97eba4c57934e8e" /><Relationship Type="http://schemas.openxmlformats.org/officeDocument/2006/relationships/notesMaster" Target="/ppt/notesMasters/notesMaster1.xml" Id="R7df84b37ae5e41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94eafddfb894f65" /><Relationship Type="http://schemas.openxmlformats.org/officeDocument/2006/relationships/notesMaster" Target="/ppt/notesMasters/notesMaster1.xml" Id="R258020e5441b461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9b4e6d6cf7846a4" /><Relationship Type="http://schemas.openxmlformats.org/officeDocument/2006/relationships/notesMaster" Target="/ppt/notesMasters/notesMaster1.xml" Id="R61b9f0b4597c457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fdad17f9f764d5d" /><Relationship Type="http://schemas.openxmlformats.org/officeDocument/2006/relationships/notesMaster" Target="/ppt/notesMasters/notesMaster1.xml" Id="R7ce4ffe9e5a44f1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21e4b09b7ef4ddf" /><Relationship Type="http://schemas.openxmlformats.org/officeDocument/2006/relationships/notesMaster" Target="/ppt/notesMasters/notesMaster1.xml" Id="Ra51b10b7ecb04c8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5f4c847d61042df" /><Relationship Type="http://schemas.openxmlformats.org/officeDocument/2006/relationships/notesMaster" Target="/ppt/notesMasters/notesMaster1.xml" Id="R7b6c13035145429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74e218b037a4018" /><Relationship Type="http://schemas.openxmlformats.org/officeDocument/2006/relationships/notesMaster" Target="/ppt/notesMasters/notesMaster1.xml" Id="R49167b3c998b40b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352d2d2d1c145d8" /><Relationship Type="http://schemas.openxmlformats.org/officeDocument/2006/relationships/notesMaster" Target="/ppt/notesMasters/notesMaster1.xml" Id="Ra04a1a64b9d14bb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70e2e513a594ced" /><Relationship Type="http://schemas.openxmlformats.org/officeDocument/2006/relationships/notesMaster" Target="/ppt/notesMasters/notesMaster1.xml" Id="Ref5ab34723de450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cd96a15518d47bc" /><Relationship Type="http://schemas.openxmlformats.org/officeDocument/2006/relationships/notesMaster" Target="/ppt/notesMasters/notesMaster1.xml" Id="Rf54b4b254f62406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1b169ecbc85477b" /><Relationship Type="http://schemas.openxmlformats.org/officeDocument/2006/relationships/notesMaster" Target="/ppt/notesMasters/notesMaster1.xml" Id="R1cd82a598a67484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e5c6e9933da4251" /><Relationship Type="http://schemas.openxmlformats.org/officeDocument/2006/relationships/notesMaster" Target="/ppt/notesMasters/notesMaster1.xml" Id="Rd3f19b64b859454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a5b307af2fa4a4a" /><Relationship Type="http://schemas.openxmlformats.org/officeDocument/2006/relationships/notesMaster" Target="/ppt/notesMasters/notesMaster1.xml" Id="R6c8ab97b13714ea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dc1440902f14f90" /><Relationship Type="http://schemas.openxmlformats.org/officeDocument/2006/relationships/notesMaster" Target="/ppt/notesMasters/notesMaster1.xml" Id="Rf629be8bcf46495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520bd2a341f4585" /><Relationship Type="http://schemas.openxmlformats.org/officeDocument/2006/relationships/notesMaster" Target="/ppt/notesMasters/notesMaster1.xml" Id="R0b0a37e23c6344b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e0d33cc41124754" /><Relationship Type="http://schemas.openxmlformats.org/officeDocument/2006/relationships/notesMaster" Target="/ppt/notesMasters/notesMaster1.xml" Id="R84b80c51eedb49b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2ac750290e4426e" /><Relationship Type="http://schemas.openxmlformats.org/officeDocument/2006/relationships/notesMaster" Target="/ppt/notesMasters/notesMaster1.xml" Id="Rcc1f211724b0466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1e3b5c1398a41d0" /><Relationship Type="http://schemas.openxmlformats.org/officeDocument/2006/relationships/notesMaster" Target="/ppt/notesMasters/notesMaster1.xml" Id="R2e329eab01db47c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5ee82b7ba174814" /><Relationship Type="http://schemas.openxmlformats.org/officeDocument/2006/relationships/notesMaster" Target="/ppt/notesMasters/notesMaster1.xml" Id="Rbfac9fd92ad34ac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1453f3f31d8473b" /><Relationship Type="http://schemas.openxmlformats.org/officeDocument/2006/relationships/notesMaster" Target="/ppt/notesMasters/notesMaster1.xml" Id="R00827a3c99cc4c3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70811dfe055435a" /><Relationship Type="http://schemas.openxmlformats.org/officeDocument/2006/relationships/notesMaster" Target="/ppt/notesMasters/notesMaster1.xml" Id="R686bdba23b504f1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e1a9fe4a91c4dd3" /><Relationship Type="http://schemas.openxmlformats.org/officeDocument/2006/relationships/notesMaster" Target="/ppt/notesMasters/notesMaster1.xml" Id="Rd6b68553047440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Редакция 6, 31.10.2026, движок 2026.10.31.3. HUD подключается через настройки проекта; добавлен визуальный редактор .ui. Снимки r6 сделаны в настоящем Qt UI-тесте. Сохранены пользовательские сокращения и прежние разделы. В фоновых сценах старых снимков r2/r4 нет D3D-изображения; они показывают интерфейс редактора.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Engine/Version.json</a:t>
            </a:r>
          </a:p>
          <a:p xmlns:a="http://schemas.openxmlformats.org/drawingml/2006/main">
            <a:r>
              <a:t>Engine/docs/tutorial/examples/README.txt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Game/Launcher/Source/Main.cpp</a:t>
            </a:r>
          </a:p>
          <a:p xmlns:a="http://schemas.openxmlformats.org/drawingml/2006/main">
            <a:r>
              <a:t>Engine/BuildSupport/ProjectTools.ps1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Актуальный снимок 2026.10.31.2: открытый учебный проект с двумя кубами. Выбран медленный куб. Снимок содержит настоящий D3D viewport.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Фрагмент реального окна 2026.10.31.2. Панель допускает dock/float и вложенные/табулированные области. Раскладка сохраняется при закрытии редактора.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изменения высоты тяните широкую серую границу над панелью; для перемещения — её заголовок или вкладку. Раскладка запоминается по проекту. Актуальный снимок меню «Вид».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Editor/Source/ViewportWidget.cpp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Выбор родителя и ребёнка не удваивает преобразование. Старая DLL без Engine.Editor.Batch сохраняет одиночное выделение.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Editor/Source/SceneObjectsPanel.cpp</a:t>
            </a:r>
          </a:p>
          <a:p xmlns:a="http://schemas.openxmlformats.org/drawingml/2006/main">
            <a:r>
              <a:t>Editor/Source/ViewportWidget.cpp</a:t>
            </a:r>
          </a:p>
          <a:p xmlns:a="http://schemas.openxmlformats.org/drawingml/2006/main">
            <a:r>
              <a:t>Engine/docs/RELIABLE-WORKFLOW.md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Импорт сначала копирует ресурс в Content. Сам импорт не добавляет объект в сцену. FBX/BLEND создают базовые материалы автоматически; прямой GLB/glTF/OBJ пока используют ручное назначение материала. Текстуру нужно импортировать до её назначения. Изменения сцены выполняются в Edit.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Editor/Source/AssetTools.cpp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Engine/Source/Scene/ModelImport.cpp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FBX копирует внешние и извлекает встроенные цветовые изображения. BLEND преобразуется в GLB фоновым Blender; после импорта Blender для запуска проекта не нужен. Материалы всех мешей создаются, но объект пока использует один — материал первого меша. Изображение используется через BaseMap, поэтому поле отдельной текстуры объекта остаётся пустым. В примере на скриншоте BaseMap — импортированная зелёная картинка. Внешние изображения должны существовать, упакованные поддерживаются. Процедурные материалы предварительно запеките. Повторный импорт создаёт отдельную папку. Прямые GLB/glTF/OBJ не получают этот автоматический материал.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Engine/Source/Scene/ModelImport.cpp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Переимпорт сохраняет /Game-путь, размещение и существующие .mat/.hlsl/.import.json. Перенос обновляет ссылки в сценах Content и .mat, но не пути в C++. Внутренние ресурсы модели отдельно не перемещаются. Резервные файлы: .painengine/AssetBackups. Восстановление вручную, не Undo ресурса. При старом модуле пересоберите новым SDK.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Editor/Source/FileBrowser.cpp</a:t>
            </a:r>
          </a:p>
          <a:p xmlns:a="http://schemas.openxmlformats.org/drawingml/2006/main">
            <a:r>
              <a:t>Engine/Source/Scene/AssetUpdate.cpp</a:t>
            </a:r>
          </a:p>
          <a:p xmlns:a="http://schemas.openxmlformats.org/drawingml/2006/main">
            <a:r>
              <a:t>Engine/docs/ASSET-UPDATES-AND-PROPERTIES.md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материал ещё не назначен, «Редактировать» создаёт .mat и .hlsl в Content/Materials. «Выбрать…» назначает готовый .mat; «Убрать» возвращает материал по умолчанию. Превью: сфера, куб или плоскость; мышь вращает камеру, колесо приближает. Смешивание: opaque, masked, translucent, additive; доступны unlit, two-sided и тени. Поля параметров отражаются из HLSL: MaterialParams/b1, Texture2D/t6 и далее. Ошибки компиляции появляются под кодом, двойной щелчок ведёт к строке. «Откатить» восстанавливает файлы с диска. Назначение материала меняется в Edit, параметры самого материала можно смотреть и в Play. Один .mat разделяется между использующими его объектами.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Editor/Source/MaterialEditorWindow.cpp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Engine/docs/MATERIALS.md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Меню выбирает существующий Light.Directional или создаёт его. Поворот можно задавать численно или гизмо поворота. Направление получается поворотом локальной оси -Z с учётом поворотов родителей. Источник освещает всю сцену, положение задаёт лишь место маркера. Для теней нужны включённый источник, ненулевая интенсивность, флажок «Тени», подходящая дальность, объект и материал, допускающие тени. На снимке флажок теней выключен намеренно во время UI-теста; это не пример результата рендеринга. В сценах проекта нет скрытого направленного и полусферического фонового света. Точечные источники и unlit-материалы могут оставаться видимыми без солнца. Ctrl+S сохраняет настройки вместе со сценой, Undo/Redo и Play/Stop их учитывают.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Editor/Source/ObjectInspectorPanel.cpp</a:t>
            </a:r>
          </a:p>
          <a:p xmlns:a="http://schemas.openxmlformats.org/drawingml/2006/main">
            <a:r>
              <a:t>Engine/Include/Engine/Components/Light/DirectionalLightComponent.h</a:t>
            </a:r>
          </a:p>
          <a:p xmlns:a="http://schemas.openxmlformats.org/drawingml/2006/main">
            <a:r>
              <a:t>Engine/Source/Components/Light/DirectionalLightComponent.cpp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Engine/Content/Shaders/Common.hlsli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 Этот снимок показывает точечный свет. Направленный источник описан отдельно; у него нет радиуса освещения.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Engine/Include/Engine/Project/StandardTypes.h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Добавьте персонажа и назначьте его в диалоге Play.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Начальные параметры диалога: расстояние 5, высота 2, чувствительность 0.005. Настройки сохраняются вместе со сценой.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Engine/docs/INPUT-CHARACTER.md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Отдельный запуск: Запуск → Запустить отдельным окном.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Editor/Source/ViewportWidget.cpp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«Сохранить сцену» / Ctrl+S не меняет startupScene. «Сделать стартовой сценой» сохраняет текущую сцену и задаёт её в Project.json. Play использует текущую копию, отдельный запуск и экспорт — сохранённую стартовую сцену. Для переноса нужна вся папка проекта. Материалы сохраняйте в их собственных окнах. Восстановление сцены не включает несохранённый HLSL.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Engine/docs/SCENE-JSON.md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Engine/docs/RELIABLE-WORKFLOW.md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хранит отдельный снимок изменённой сцены, не перезаписывает основной файл и не включает несохранённые материалы/HLSL. Экспорт включает runtime, DLL и Content; Visual Studio получателю не нужна. Произвольные внешние файлы C++ автор должен перенести в Content. Проверка на чистой Windows остаётся отдельным шагом перед выпуском.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Editor/Include/RecoveryStore.h</a:t>
            </a:r>
          </a:p>
          <a:p xmlns:a="http://schemas.openxmlformats.org/drawingml/2006/main">
            <a:r>
              <a:t>Engine/Runtime/ProjectExport.h</a:t>
            </a:r>
          </a:p>
          <a:p xmlns:a="http://schemas.openxmlformats.org/drawingml/2006/main">
            <a:r>
              <a:t>Engine/docs/RELIABLE-WORKFLOW.md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Настройка хранится в Content/ProjectHud.txt переносимым путём относительно Content. Изменение выбора применяется при следующем Play или обычном запуске. Старые проекты без настройки запускаются без HUD. Для старого C++ проекта нужна пересборка SDK 2026.10.31.3. Встроенный экспорт включает настройку, разметку и UI.hlsl; отсутствующие ресурсы отклоняются.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Editor/Source/UIEditorWindow.cpp</a:t>
            </a:r>
          </a:p>
          <a:p xmlns:a="http://schemas.openxmlformats.org/drawingml/2006/main">
            <a:r>
              <a:t>Editor/Source/HudTools.cpp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  <a:p xmlns:a="http://schemas.openxmlformats.org/drawingml/2006/main">
            <a:r>
              <a:t>Engine/Include/Engine/UI/ProjectHud.h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Engine/docs/UI-EDITOR.md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Слева иерархия, в центре холст, справа инспектор. Новый элемент попадает в выбранную Panel/Group или ближайший контейнер. Выделение синхронизировано. Сверху выбор разрешения: 1280×720, 1920×1080, 800×600, 720×1280. Геометрия и атлас шрифта общие с runtime; Qt композитит результат. На холсте кнопки выбираются и перемещаются, игровая логика здесь не выполняется. При перетаскивании растянутого элемента текущий размер становится фиксированным. Undo/Redo и смены родителя перетаскиванием пока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Editor/Source/UIEditorWindow.cpp</a:t>
            </a:r>
          </a:p>
          <a:p xmlns:a="http://schemas.openxmlformats.org/drawingml/2006/main">
            <a:r>
              <a:t>Editor/Source/HudTools.cpp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  <a:p xmlns:a="http://schemas.openxmlformats.org/drawingml/2006/main">
            <a:r>
              <a:t>Engine/Include/Engine/UI/ProjectHud.h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Engine/docs/UI-EDITOR.md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Редактор UI не является визуальным программированием: кнопка без BindClick не имеет действия. UI получает мышь раньше игрового ввода; интерактивный элемент блокирует стандартную камеру и действия мыши. При ошибке XML остаётся рабочий HUD, ошибка содержит путь и строку. Внешние изменения видны после Перечитать; редактор предупреждает о несохранённых правках. Экспорт требует Release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Editor/Source/UIEditorWindow.cpp</a:t>
            </a:r>
          </a:p>
          <a:p xmlns:a="http://schemas.openxmlformats.org/drawingml/2006/main">
            <a:r>
              <a:t>Editor/Source/HudTools.cpp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  <a:p xmlns:a="http://schemas.openxmlformats.org/drawingml/2006/main">
            <a:r>
              <a:t>Engine/Include/Engine/UI/ProjectHud.h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Engine/docs/UI-EDITOR.md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HUD выбирается через Запуск → HUD игры. По умолчанию Нет. Внешний вид редактируется без C++, поведение кнопок и игровые данные — через C++. Контроллер создаётся игрой. Общего графического редактора переназначения действий пока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Editor/Source/CodeTools.cpp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Editor/Source/UIEditorWindow.cpp</a:t>
            </a:r>
          </a:p>
          <a:p xmlns:a="http://schemas.openxmlformats.org/drawingml/2006/main">
            <a:r>
              <a:t>Editor/Source/HudTools.cpp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  <a:p xmlns:a="http://schemas.openxmlformats.org/drawingml/2006/main">
            <a:r>
              <a:t>Engine/Include/Engine/UI/ProjectHud.h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Engine/docs/UI-EDITOR.md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Editor/Source/CodeTools.cpp</a:t>
            </a:r>
          </a:p>
          <a:p xmlns:a="http://schemas.openxmlformats.org/drawingml/2006/main">
            <a:r>
              <a:t>Editor/Include/CodeClassDialog.h</a:t>
            </a:r>
          </a:p>
          <a:p xmlns:a="http://schemas.openxmlformats.org/drawingml/2006/main">
            <a:r>
              <a:t>Engine/BuildSupport/ProjectTools.ps1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ProjectGame не добавляет второй пример, если в сцене уже есть RotatingCube или его наследник. Подключение C++ не переписывает файл сохранённой сцены. Существующие C++ проекты не обновляются автоматически. В следующих двух слайдах оставлен минимальный вариант без интерфейса свойств. Полный отдельный PropertyTutorial содержит три пользовательских поля.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Engine/docs/tutorial/examples/ProjectGame.cpp</a:t>
            </a:r>
          </a:p>
          <a:p xmlns:a="http://schemas.openxmlformats.org/drawingml/2006/main">
            <a:r>
              <a:t>Engine/docs/tutorial/examples/RotatingCube.cpp</a:t>
            </a:r>
          </a:p>
          <a:p xmlns:a="http://schemas.openxmlformats.org/drawingml/2006/main">
            <a:r>
              <a:t>Engine/docs/tutorial/examples/RotatingCube.h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Engine/docs/tutorial/examples/RotatingCube.h</a:t>
            </a:r>
          </a:p>
          <a:p xmlns:a="http://schemas.openxmlformats.org/drawingml/2006/main">
            <a:r>
              <a:t>Engine/docs/tutorial/examples/RotatingCube.cpp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Минимальный учебный пример из examples. В актуальном шаблоне скорость хранится в speed_, а enabled_ включает вращение. Расширение с пользовательскими полями показано далее.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Engine/Source/Components/GameComponents.cpp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Снимок реального инспектора до изменения: скорость 45, вращение включено, яркость 0.50. Второй куб имеет 180°/с и яркость 1. Положение слева/справа зависит от камеры: выбирайте по имени в дереве. Разделы сворачиваются нажатием заголовка. Состояние запоминается по типу объекта. Исходники воспроизводимого проекта: Game/PropertyTutorial; Create.ps1 требует новый Destination, собранный runtime и SDK. Из архива исходников используйте файлы в существующем C++ проекте по инструкции.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  <a:p xmlns:a="http://schemas.openxmlformats.org/drawingml/2006/main">
            <a:r>
              <a:t>Game/PropertyTutorial/OpenEditor.ps1</a:t>
            </a:r>
          </a:p>
          <a:p xmlns:a="http://schemas.openxmlformats.org/drawingml/2006/main">
            <a:r>
              <a:t>Game/PropertyTutorial/Create.ps1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Скорость применяется Tick в Play; яркость — SetColor в LoadProjectData уже в Edit. Диапазоны: скорость −720…720, яркость 0.1…1.0. Изменять поля нужно в Edit. Stop возвращает редакторскую сцену.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Наследование показано без регистрации, методов и полей для компактности; JSON ниже — элемент массива fields, не отдельный C++ блок. Полная DescribeEditorProperties возвращает R"json({"version":1,"fields":[...]})json". Другие типы: integer, bool, enum, object, asset, string.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  <a:p xmlns:a="http://schemas.openxmlformats.org/drawingml/2006/main">
            <a:r>
              <a:t>Engine/Include/Engine/Components/EditorProperties.h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проверьте весь JSON, затем меняйте поля: ошибка не должна оставлять частично применённое состояние. Новое поле требует сборки / Hot Reload в Edit. Автоматического обхода C++ полей нет. Для ссылок на объекты требуется RemapProjectReferences. Версия данных — 1, новый brightness по умолчанию 1 при чтении прежних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  <a:p xmlns:a="http://schemas.openxmlformats.org/drawingml/2006/main">
            <a:r>
              <a:t>Engine/docs/ASSET-UPDATES-AND-PROPERTIES.md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Фрагмент внутри AfterInitialize пользовательского Game. В полном приложенном ProjectGame.cpp есть includes, проверка отсутствия RotatingCube и подбор свободного имени.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Engine/Include/Engine/Scene/Scene.h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Объект создаётся из уже импортированного файла. BLEND после импорта становится GLB. Не отделяйте модель от .import.json, Materials и Textures: это единый переносимый набор. CreateModel(path, false) отключает автоматическое назначение материала. Имя объекта должно быть свободным.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Engine/docs/tutorial/examples/ModelExample.cpp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Engine/Include/Engine/Scene/SceneAssets.h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импортируйте grid.png, создайте Wood.mat и убедитесь, что shader и BaseMap доступны. TrySetTexture проверяет изображение и сохраняет прежнюю текстуру при ошибке. ValidateMaterial проверяет файл материала, но не успешность компиляции HLSL. В редакторском коде Scene::SetTextureAsset/SetMaterialAsset также меняют ревизию сцены, но возвращают Busy во время обновления. SceneAssets::Apply без четвёртого аргумента сбрасывает материал: для его сохранения передайте object.GetMaterialAsset(). Функции AssignMaterial и AssignTexture приведены в ModelExample.cpp.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Engine/docs/tutorial/examples/ModelExample.cpp</a:t>
            </a:r>
          </a:p>
          <a:p xmlns:a="http://schemas.openxmlformats.org/drawingml/2006/main">
            <a:r>
              <a:t>Engine/Include/Engine/Components/GameComponents.h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Engine/Source/Scene/Scene.cpp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Engine/docs/tutorial/examples/InputCube.h</a:t>
            </a:r>
          </a:p>
          <a:p xmlns:a="http://schemas.openxmlformats.org/drawingml/2006/main">
            <a:r>
              <a:t>Engine/Source/MainGame/BaseGameClass/Game.cpp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Engine/docs/tutorial/examples/InputCube.cpp</a:t>
            </a:r>
          </a:p>
          <a:p xmlns:a="http://schemas.openxmlformats.org/drawingml/2006/main">
            <a:r>
              <a:t>Engine/Include/Engine/InputDevice/InputActions.h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слайде фрагменты. Полная SpawnCube в приложенном InputCube.cpp получает сцену, подбирает уникальное имя и проверяет результат AddComponent. Пример рассчитан на один InputCube: клавиши R/N зарегистрированы в общем контексте Game.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Привязки меняйте в потоке движка. Unbind сбрасывает активное действие и требует отпускания клавиш. Полный контракт в InputActions.h.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Engine/Include/Engine/InputDevice/InputActions.h</a:t>
            </a:r>
          </a:p>
          <a:p xmlns:a="http://schemas.openxmlformats.org/drawingml/2006/main">
            <a:r>
              <a:t>Engine/docs/INPUT-CHARACTER.md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Добавьте #include &lt;Engine/MainGame/CharacterController.h&gt;. В пользовательском Game объявите std::unique_ptr&lt;CharacterController&gt; CreateCharacterController() override; и реализуйте: std::unique_ptr&lt;CharacterController&gt; MyGame::CreateCharacterController() { return std::make_unique&lt;MyController&gt;(*this); }. Выберите MyGame через «Типы C++ проекта… → Выбрать Game». Персонажа по-прежнему назначьте в «Настроить Play…». Оставьте управление включённым, чтобы контроллер был активен. Здесь BindInput полностью заменяет стандартную схему, поэтому WASD и обзор ПКМ больше не зарегистрированы этим контроллером. При необходимости добавьте собственные оси, свой Tick и UpdateCamera. Character можно заменить через Possess.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Engine/Include/Engine/MainGame/CharacterController.h</a:t>
            </a:r>
          </a:p>
          <a:p xmlns:a="http://schemas.openxmlformats.org/drawingml/2006/main">
            <a:r>
              <a:t>Engine/Source/MainGame/CharacterController.cpp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Editor/Source/CodeTools.cpp</a:t>
            </a:r>
          </a:p>
          <a:p xmlns:a="http://schemas.openxmlformats.org/drawingml/2006/main">
            <a:r>
              <a:t>Engine/docs/tutorial/examples/MyController.h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Система UI Александра расширена редактором и автоматическим подключением в 2026.10.31.3. UI и Group — контейнеры, Panel/Label/Bar/Button — элементы. HUD рисуется после сцены без глубины и теней. Имена для поиска сравниваются точно. Разметка не является Qt Designer .ui.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Engine/Content/Shaders/UI.hlsl</a:t>
            </a:r>
          </a:p>
          <a:p xmlns:a="http://schemas.openxmlformats.org/drawingml/2006/main">
            <a:r>
              <a:t>Engine/Include/Engine/Project/StandardTypes.h</a:t>
            </a:r>
          </a:p>
          <a:p xmlns:a="http://schemas.openxmlformats.org/drawingml/2006/main">
            <a:r>
              <a:t>Editor/Source/UIEditorWindow.cpp</a:t>
            </a:r>
          </a:p>
          <a:p xmlns:a="http://schemas.openxmlformats.org/drawingml/2006/main">
            <a:r>
              <a:t>Editor/Source/HudTools.cpp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  <a:p xmlns:a="http://schemas.openxmlformats.org/drawingml/2006/main">
            <a:r>
              <a:t>Engine/Include/Engine/UI/ProjectHud.h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Engine/docs/UI-EDITOR.md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XML-пример из UI/Content/UI/Hud.ui. У панели цвет #RRGGBBAA с альфой DD. Дочерние координаты отсчитываются от области после padding. Label и Bar обновляются из игры, Button получает OnClick в C++. Используйте уникальные name: поиск возвращает первое совпадение. Символы &amp; и &lt; внутри атрибутов экранируются как &amp;amp; и &amp;lt;.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Engine/docs/tutorial/examples/UI/TutorialHud.h</a:t>
            </a:r>
          </a:p>
          <a:p xmlns:a="http://schemas.openxmlformats.org/drawingml/2006/main">
            <a:r>
              <a:t>Engine/docs/tutorial/examples/UI/TutorialHud.cpp</a:t>
            </a:r>
          </a:p>
          <a:p xmlns:a="http://schemas.openxmlformats.org/drawingml/2006/main">
            <a:r>
              <a:t>Engine/docs/tutorial/examples/UI/Content/UI/Hud.ui</a:t>
            </a:r>
          </a:p>
          <a:p xmlns:a="http://schemas.openxmlformats.org/drawingml/2006/main">
            <a:r>
              <a:t>Engine/docs/tutorial/examples/UI/README.txt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Есть девять anchor: TopLeft, TopCenter, TopRight, CenterLeft, Center, CenterRight, BottomLeft, BottomCenter, BottomRight. Размер и координаты родителя пересчитываются для текущего окна. Нулевая или пропущенная ширина/высота растягивает область, это не автоматический размер текста. rect допускает 2, 3 или 4 числа; x/y/width/height можно указать отдельно. Для подписи снизу пример Battle использует rect="16 16 0 18". Дети рисуются поверх родителя в порядке дерева; последний интерактивный элемент под мышью получает событие. Сам padding не задаёт обрезку содержимого.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GetProjectHud возвращает автоматически созданный компонент. Он появляется при InitializeGameplay, после AfterInitialize; использовать его можно в BeginPlay компонентов или PreUpdate игры. Поле hudBound_ принадлежит Game и сбрасывается при новом Play. Состояние clicks_ также принадлежит игре и переживает замену разметки. SetLabelText/SetBarFill возвращают false, если элемент отсутствует или имеет другой тип. В архиве есть также опциональный пример самостоятельного TutorialHud; для простого подключения через редактор он не нужен.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Editor/Source/UIEditorWindow.cpp</a:t>
            </a:r>
          </a:p>
          <a:p xmlns:a="http://schemas.openxmlformats.org/drawingml/2006/main">
            <a:r>
              <a:t>Editor/Source/HudTools.cpp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  <a:p xmlns:a="http://schemas.openxmlformats.org/drawingml/2006/main">
            <a:r>
              <a:t>Engine/Include/Engine/UI/ProjectHud.h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Engine/docs/UI-EDITOR.md</a:t>
            </a:r>
          </a:p>
          <a:p xmlns:a="http://schemas.openxmlformats.org/drawingml/2006/main">
            <a:r>
              <a:t>Engine/Include/Engine/Components/SpecificComponents/UIComponent.h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Обычный автор HUD не работает с MarkupRevision. Поддерживаемые привязки BindClick хранятся вне дерева и переживают временное удаление и возвращение элемента. UnbindClick удаляет привязку. Сырые указатели, полученные через Find, по-прежнему требуют повторного поиска после обновления. Состояние игры следует хранить вне разметки.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Editor/Source/UIEditorWindow.cpp</a:t>
            </a:r>
          </a:p>
          <a:p xmlns:a="http://schemas.openxmlformats.org/drawingml/2006/main">
            <a:r>
              <a:t>Editor/Source/HudTools.cpp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  <a:p xmlns:a="http://schemas.openxmlformats.org/drawingml/2006/main">
            <a:r>
              <a:t>Engine/Include/Engine/UI/ProjectHud.h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Engine/docs/UI-EDITOR.md</a:t>
            </a:r>
          </a:p>
          <a:p xmlns:a="http://schemas.openxmlformats.org/drawingml/2006/main">
            <a:r>
              <a:t>Engine/Include/Engine/Components/SpecificComponents/UIComponent.h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Сборка из корня репозитория: .\Engine\build.ps1 -Target Battle -Configuration Release. Затем .\Game\build\x64\Release\Battle\Battle.exe --units 100 --static --hud. Требуются обычные зависимости Battle. По умолчанию HUD отключён; --hud включает демонстрационные показатели, --no-hud отключает их. Отслеживается копия в GameContent/UI рядом с исполняемым файлом, а не исходный файл в репозитории. Сборка копирует исходный Content заново. Поля frame/draws/units/load/lod0..lod3 обновляются кодом, поэтому для проверки меняйте стиль или расположение. F6 в главном редакторе перечитывает материалы; назначение здесь относится именно к Battle. При ошибке первой загрузки BuildHud возвращается без регистрации HUD: исправьте файл и перезапустите. При ошибке последующего обновления сохраняется рабочее дерево.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Game/Battle/Content/UI/Hud.ui</a:t>
            </a:r>
          </a:p>
          <a:p xmlns:a="http://schemas.openxmlformats.org/drawingml/2006/main">
            <a:r>
              <a:t>Game/Battle/Source/BattleGame.cpp</a:t>
            </a:r>
          </a:p>
          <a:p xmlns:a="http://schemas.openxmlformats.org/drawingml/2006/main">
            <a:r>
              <a:t>Game/Battle/Source/Main.cpp</a:t>
            </a:r>
          </a:p>
          <a:p xmlns:a="http://schemas.openxmlformats.org/drawingml/2006/main">
            <a:r>
              <a:t>Engine/build.ps1</a:t>
            </a:r>
          </a:p>
          <a:p xmlns:a="http://schemas.openxmlformats.org/drawingml/2006/main">
            <a:r>
              <a:t>Game/Battle/RequiredFiles.txt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Engine/docs/tutorial/examples/UI/README.txt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Проверьте выбранный HUD и версию SDK 2026.10.31.3. При первоначальной ошибке выбранный компонент продолжает следить за файлом. Стандартная камера и Input::System учитывают захват мыши UI; прямой ввод через ОС — ответственность пользовательского кода. Неизвестные атрибуты игнорируются с предупреждением, неизвестные теги отклоняются. Визуальный редактор не поддерживает граф событий, изображения и произвольный Unicode.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Engine/Include/Engine/UI/FontAtlas.h</a:t>
            </a:r>
          </a:p>
          <a:p xmlns:a="http://schemas.openxmlformats.org/drawingml/2006/main">
            <a:r>
              <a:t>Engine/Source/UI/FontAtlas.cpp</a:t>
            </a:r>
          </a:p>
          <a:p xmlns:a="http://schemas.openxmlformats.org/drawingml/2006/main">
            <a:r>
              <a:t>Editor/Source/UIEditorWindow.cpp</a:t>
            </a:r>
          </a:p>
          <a:p xmlns:a="http://schemas.openxmlformats.org/drawingml/2006/main">
            <a:r>
              <a:t>Editor/Source/HudTools.cpp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  <a:p xmlns:a="http://schemas.openxmlformats.org/drawingml/2006/main">
            <a:r>
              <a:t>Engine/Include/Engine/UI/ProjectHud.h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Engine/docs/UI-EDITOR.md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Автоматический диалог появляется при обычном запуске старого закреплённого проекта. «Обновить копию и запустить» показывает путь до подтверждения. «Открыть на прежней версии» доступно только при наличии runtime. После успешного перехода копия закреплена за новым выпуском. Для своего C++ проекта пересоберите DLL новым SDK и проверьте Edit/Play. На снимке r3 показано прежнее меню ручного обновления, не новый автоматический диалог. Текущая версия 2026.10.31.2.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Game/Launcher/Source/Main.cpp</a:t>
            </a:r>
          </a:p>
          <a:p xmlns:a="http://schemas.openxmlformats.org/drawingml/2006/main">
            <a:r>
              <a:t>Engine/docs/ENGINE-VERSIONS.md</a:t>
            </a:r>
          </a:p>
          <a:p xmlns:a="http://schemas.openxmlformats.org/drawingml/2006/main">
            <a:r>
              <a:t>Game/Launcher/Source/ProjectVersion.h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ошибке сборки смотрите первую ошибку в Console / CodeBuild.log. Предыдущая DLL сохраняется. При ошибке загрузки проверьте логи кандидата в Binaries. При недоступной указанной текстуре FBX/BLEND импорт отклоняется. Сложный Blender Base Color нужно запечь в изображение. Без цветовой картинки создаётся однотонный материал. Для Blender можно указать PAINENGINE_BLENDER — полный путь к blender.exe. При первом создании класса используйте корректный C++ идентификатор. Если обычные материалы слишком тёмные, добавьте направленный источник через меню Сцена, проверьте Включён и Интенсивность. Без него направленного света и его теней нет; точечные источники и unlit-материалы работают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Editor/Include/CodeClassDialog.h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Engine/docs/MATERIALS.md</a:t>
            </a:r>
          </a:p>
          <a:p xmlns:a="http://schemas.openxmlformats.org/drawingml/2006/main">
            <a:r>
              <a:t>Engine/docs/PROJECT-ASSETS.md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Editor/Source/ObjectInspectorPanel.cpp</a:t>
            </a:r>
          </a:p>
          <a:p xmlns:a="http://schemas.openxmlformats.org/drawingml/2006/main">
            <a:r>
              <a:t>Engine/Include/Engine/Components/Light/DirectionalLightComponent.h</a:t>
            </a:r>
          </a:p>
          <a:p xmlns:a="http://schemas.openxmlformats.org/drawingml/2006/main">
            <a:r>
              <a:t>Engine/Source/Components/Light/DirectionalLightComponent.cpp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Engine/Content/Shaders/Common.hlsli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2da5dc9a2442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035a7972b42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428c7a90154a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dac983a2841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39dac4e9a41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dff04801d49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750F71-1A77-449B-B637-3A39CEA783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0A0B3C-3264-462A-B858-89AECDF4D7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5FA1AA-5400-4FA4-9A5F-95E9A7DDD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41219C-8BF7-4895-B970-1BCEE25031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CCE4FC-754F-4298-9428-AE1309A77D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21C912-2D4B-434C-B978-DDA50A040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785522-88A0-4F56-A17A-3258951AB6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84D753-5930-4C64-886E-083130AFF8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F22EE5-4FDD-4B88-B5C9-0385DBF48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203D01-DE19-4DA9-965B-98F03D272B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3581853fcf4aec" /><Relationship Type="http://schemas.openxmlformats.org/officeDocument/2006/relationships/slideLayout" Target="/ppt/slideLayouts/slideLayout1.xml" Id="R34c5656726874218" /><Relationship Type="http://schemas.openxmlformats.org/officeDocument/2006/relationships/slideLayout" Target="/ppt/slideLayouts/slideLayout2.xml" Id="R3ec8221039954fe5" /><Relationship Type="http://schemas.openxmlformats.org/officeDocument/2006/relationships/slideLayout" Target="/ppt/slideLayouts/slideLayout3.xml" Id="R4557b7b867ca4e66" /><Relationship Type="http://schemas.openxmlformats.org/officeDocument/2006/relationships/slideLayout" Target="/ppt/slideLayouts/slideLayout4.xml" Id="Ra60650341f54439c" /><Relationship Type="http://schemas.openxmlformats.org/officeDocument/2006/relationships/slideLayout" Target="/ppt/slideLayouts/slideLayout5.xml" Id="R969baef1c372410f" /><Relationship Type="http://schemas.openxmlformats.org/officeDocument/2006/relationships/slideLayout" Target="/ppt/slideLayouts/slideLayout6.xml" Id="R72bfc9c84fc0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c5656726874218"/>
    <p:sldLayoutId xmlns:r="http://schemas.openxmlformats.org/officeDocument/2006/relationships" id="2147483650" r:id="R3ec8221039954fe5"/>
    <p:sldLayoutId xmlns:r="http://schemas.openxmlformats.org/officeDocument/2006/relationships" id="2147483651" r:id="R4557b7b867ca4e66"/>
    <p:sldLayoutId xmlns:r="http://schemas.openxmlformats.org/officeDocument/2006/relationships" id="2147483652" r:id="Ra60650341f54439c"/>
    <p:sldLayoutId xmlns:r="http://schemas.openxmlformats.org/officeDocument/2006/relationships" id="2147483653" r:id="R969baef1c372410f"/>
    <p:sldLayoutId xmlns:r="http://schemas.openxmlformats.org/officeDocument/2006/relationships" id="2147483654" r:id="R72bfc9c84fc0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05feb17d8f478e" /><Relationship Type="http://schemas.openxmlformats.org/officeDocument/2006/relationships/image" Target="/ppt/media/image.jpeg" Id="R5b6b2d752faa4bb9" /><Relationship Type="http://schemas.openxmlformats.org/officeDocument/2006/relationships/notesSlide" Target="/ppt/notesSlides/notesSlide1.xml" Id="R56be76dd30d3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0dd81978f4d05" /><Relationship Type="http://schemas.openxmlformats.org/officeDocument/2006/relationships/image" Target="/ppt/media/image2.jpeg" Id="R4857aef99b14468b" /><Relationship Type="http://schemas.openxmlformats.org/officeDocument/2006/relationships/notesSlide" Target="/ppt/notesSlides/notesSlide2.xml" Id="R4a384294dfa644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3ef9d2e2c74a2f" /><Relationship Type="http://schemas.openxmlformats.org/officeDocument/2006/relationships/image" Target="/ppt/media/image3.jpeg" Id="R4f4b2c60adbd40db" /><Relationship Type="http://schemas.openxmlformats.org/officeDocument/2006/relationships/notesSlide" Target="/ppt/notesSlides/notesSlide3.xml" Id="R12ee8811db6344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474ba61db411c" /><Relationship Type="http://schemas.openxmlformats.org/officeDocument/2006/relationships/image" Target="/ppt/media/image.png" Id="R1f1f011547b444cb" /><Relationship Type="http://schemas.openxmlformats.org/officeDocument/2006/relationships/notesSlide" Target="/ppt/notesSlides/notesSlide4.xml" Id="R80ff35dd8dfe45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1713445d8488d" /><Relationship Type="http://schemas.openxmlformats.org/officeDocument/2006/relationships/image" Target="/ppt/media/image4.jpeg" Id="Rdfb6d4d3e6104e1b" /><Relationship Type="http://schemas.openxmlformats.org/officeDocument/2006/relationships/notesSlide" Target="/ppt/notesSlides/notesSlide5.xml" Id="Rcd36ad6a7d5547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ca98b2f124a70" /><Relationship Type="http://schemas.openxmlformats.org/officeDocument/2006/relationships/image" Target="/ppt/media/image5.jpeg" Id="Rc952d718d2994728" /><Relationship Type="http://schemas.openxmlformats.org/officeDocument/2006/relationships/notesSlide" Target="/ppt/notesSlides/notesSlide6.xml" Id="Rbaae08f7ffd14c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46ac14e1a4d3e" /><Relationship Type="http://schemas.openxmlformats.org/officeDocument/2006/relationships/notesSlide" Target="/ppt/notesSlides/notesSlide7.xml" Id="R1ed0d3f606cf4a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b18a9089c4eac" /><Relationship Type="http://schemas.openxmlformats.org/officeDocument/2006/relationships/image" Target="/ppt/media/image6.jpeg" Id="Rb4266da516504c95" /><Relationship Type="http://schemas.openxmlformats.org/officeDocument/2006/relationships/notesSlide" Target="/ppt/notesSlides/notesSlide8.xml" Id="R9ba22143f7354f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5502d3b2be45c7" /><Relationship Type="http://schemas.openxmlformats.org/officeDocument/2006/relationships/image" Target="/ppt/media/image7.jpeg" Id="Rf3f7d6885051405f" /><Relationship Type="http://schemas.openxmlformats.org/officeDocument/2006/relationships/notesSlide" Target="/ppt/notesSlides/notesSlide9.xml" Id="R0e254524939948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6e601d4e8455f" /><Relationship Type="http://schemas.openxmlformats.org/officeDocument/2006/relationships/notesSlide" Target="/ppt/notesSlides/notesSlide10.xml" Id="R5328d88463a54e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6ae93cf256461a" /><Relationship Type="http://schemas.openxmlformats.org/officeDocument/2006/relationships/image" Target="/ppt/media/image8.jpeg" Id="Rd9f69fc341e84c5b" /><Relationship Type="http://schemas.openxmlformats.org/officeDocument/2006/relationships/notesSlide" Target="/ppt/notesSlides/notesSlide11.xml" Id="R9d7b009d2d9e4c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a8c2a577c4967" /><Relationship Type="http://schemas.openxmlformats.org/officeDocument/2006/relationships/image" Target="/ppt/media/image2.png" Id="R13665a8ca21f4a37" /><Relationship Type="http://schemas.openxmlformats.org/officeDocument/2006/relationships/notesSlide" Target="/ppt/notesSlides/notesSlide12.xml" Id="Rca28d8f8fdad42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5b62e7a8c8466f" /><Relationship Type="http://schemas.openxmlformats.org/officeDocument/2006/relationships/image" Target="/ppt/media/image9.jpeg" Id="Rba12662aaafd4098" /><Relationship Type="http://schemas.openxmlformats.org/officeDocument/2006/relationships/notesSlide" Target="/ppt/notesSlides/notesSlide13.xml" Id="Rb7eba0c2825b44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bf5dbb8374252" /><Relationship Type="http://schemas.openxmlformats.org/officeDocument/2006/relationships/image" Target="/ppt/media/image10.jpeg" Id="Rb3ec2920ff8c4167" /><Relationship Type="http://schemas.openxmlformats.org/officeDocument/2006/relationships/notesSlide" Target="/ppt/notesSlides/notesSlide14.xml" Id="R2d07eb55d36345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224c6d1af45e9" /><Relationship Type="http://schemas.openxmlformats.org/officeDocument/2006/relationships/image" Target="/ppt/media/image11.jpeg" Id="R41b141f766784214" /><Relationship Type="http://schemas.openxmlformats.org/officeDocument/2006/relationships/notesSlide" Target="/ppt/notesSlides/notesSlide15.xml" Id="R6e42f04223b841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39dd34850466a" /><Relationship Type="http://schemas.openxmlformats.org/officeDocument/2006/relationships/image" Target="/ppt/media/image12.jpeg" Id="R7f811fb59c424bcf" /><Relationship Type="http://schemas.openxmlformats.org/officeDocument/2006/relationships/notesSlide" Target="/ppt/notesSlides/notesSlide16.xml" Id="R03ab803c7e864d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99496fb4548c5" /><Relationship Type="http://schemas.openxmlformats.org/officeDocument/2006/relationships/notesSlide" Target="/ppt/notesSlides/notesSlide17.xml" Id="Rca703dd547d144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691fddcad74afd" /><Relationship Type="http://schemas.openxmlformats.org/officeDocument/2006/relationships/notesSlide" Target="/ppt/notesSlides/notesSlide18.xml" Id="R44b07ad7696c4d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5e5d789a54fce" /><Relationship Type="http://schemas.openxmlformats.org/officeDocument/2006/relationships/image" Target="/ppt/media/image3.png" Id="R2a549a55cd144305" /><Relationship Type="http://schemas.openxmlformats.org/officeDocument/2006/relationships/notesSlide" Target="/ppt/notesSlides/notesSlide19.xml" Id="Ra58706baaced4b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8882d6ce44445" /><Relationship Type="http://schemas.openxmlformats.org/officeDocument/2006/relationships/image" Target="/ppt/media/image4.png" Id="R22d0310fb1b642ab" /><Relationship Type="http://schemas.openxmlformats.org/officeDocument/2006/relationships/notesSlide" Target="/ppt/notesSlides/notesSlide20.xml" Id="Rdeb6a122d201408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e2e7561f6429a" /><Relationship Type="http://schemas.openxmlformats.org/officeDocument/2006/relationships/notesSlide" Target="/ppt/notesSlides/notesSlide21.xml" Id="Rde40b16006d64dc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d915c7c9542df" /><Relationship Type="http://schemas.openxmlformats.org/officeDocument/2006/relationships/notesSlide" Target="/ppt/notesSlides/notesSlide22.xml" Id="Rf0c36d7fe82c4e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e47752dc1421e" /><Relationship Type="http://schemas.openxmlformats.org/officeDocument/2006/relationships/image" Target="/ppt/media/image13.jpeg" Id="R8c1f2cd25dc1435b" /><Relationship Type="http://schemas.openxmlformats.org/officeDocument/2006/relationships/notesSlide" Target="/ppt/notesSlides/notesSlide23.xml" Id="Rcb4032c178814f9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8d12bd1e6409c" /><Relationship Type="http://schemas.openxmlformats.org/officeDocument/2006/relationships/image" Target="/ppt/media/image14.jpeg" Id="Rc67c080bb0b84c02" /><Relationship Type="http://schemas.openxmlformats.org/officeDocument/2006/relationships/notesSlide" Target="/ppt/notesSlides/notesSlide24.xml" Id="Re3954f032ca94bf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971250de045cd" /><Relationship Type="http://schemas.openxmlformats.org/officeDocument/2006/relationships/notesSlide" Target="/ppt/notesSlides/notesSlide25.xml" Id="R2c9361822cac423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133ead78e747c7" /><Relationship Type="http://schemas.openxmlformats.org/officeDocument/2006/relationships/notesSlide" Target="/ppt/notesSlides/notesSlide26.xml" Id="R17437c32416a4c3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f3abe510e41c8" /><Relationship Type="http://schemas.openxmlformats.org/officeDocument/2006/relationships/image" Target="/ppt/media/image5.png" Id="R89fbcb2fc3a04378" /><Relationship Type="http://schemas.openxmlformats.org/officeDocument/2006/relationships/notesSlide" Target="/ppt/notesSlides/notesSlide27.xml" Id="R72718f569bc544e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63a91eab4458a" /><Relationship Type="http://schemas.openxmlformats.org/officeDocument/2006/relationships/notesSlide" Target="/ppt/notesSlides/notesSlide28.xml" Id="R759c41425155447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f14a31b4948bb" /><Relationship Type="http://schemas.openxmlformats.org/officeDocument/2006/relationships/notesSlide" Target="/ppt/notesSlides/notesSlide29.xml" Id="R232b8c4f71b64cc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50901708694fde" /><Relationship Type="http://schemas.openxmlformats.org/officeDocument/2006/relationships/notesSlide" Target="/ppt/notesSlides/notesSlide30.xml" Id="R9b6052ab87bc493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2b38a92574baa" /><Relationship Type="http://schemas.openxmlformats.org/officeDocument/2006/relationships/notesSlide" Target="/ppt/notesSlides/notesSlide31.xml" Id="R25da786f72af4dc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b86420abe48ce" /><Relationship Type="http://schemas.openxmlformats.org/officeDocument/2006/relationships/notesSlide" Target="/ppt/notesSlides/notesSlide32.xml" Id="R957c8da34d7c42f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9ce5a574a14aa8" /><Relationship Type="http://schemas.openxmlformats.org/officeDocument/2006/relationships/notesSlide" Target="/ppt/notesSlides/notesSlide33.xml" Id="Rd16358e075f94b7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723f266274b65" /><Relationship Type="http://schemas.openxmlformats.org/officeDocument/2006/relationships/notesSlide" Target="/ppt/notesSlides/notesSlide34.xml" Id="R7a532ebc2d9c40d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15cfa75bc24d9e" /><Relationship Type="http://schemas.openxmlformats.org/officeDocument/2006/relationships/notesSlide" Target="/ppt/notesSlides/notesSlide35.xml" Id="R953c1d8c4dce421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0159f4b5c434a" /><Relationship Type="http://schemas.openxmlformats.org/officeDocument/2006/relationships/notesSlide" Target="/ppt/notesSlides/notesSlide36.xml" Id="Rac7dfd091c1d414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2462e422d4dd5" /><Relationship Type="http://schemas.openxmlformats.org/officeDocument/2006/relationships/notesSlide" Target="/ppt/notesSlides/notesSlide37.xml" Id="R3ed804bcecc8458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b1ff94a58848e0" /><Relationship Type="http://schemas.openxmlformats.org/officeDocument/2006/relationships/notesSlide" Target="/ppt/notesSlides/notesSlide38.xml" Id="R5e33e72ff12c485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d8d23036a7494f" /><Relationship Type="http://schemas.openxmlformats.org/officeDocument/2006/relationships/notesSlide" Target="/ppt/notesSlides/notesSlide39.xml" Id="Rbcbb5489c63b4c9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b714dbfa24996" /><Relationship Type="http://schemas.openxmlformats.org/officeDocument/2006/relationships/notesSlide" Target="/ppt/notesSlides/notesSlide40.xml" Id="R7c61b4dff2c04da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33cc770ce4309" /><Relationship Type="http://schemas.openxmlformats.org/officeDocument/2006/relationships/notesSlide" Target="/ppt/notesSlides/notesSlide41.xml" Id="R1a3795429f4e4a8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db8204ae443ea" /><Relationship Type="http://schemas.openxmlformats.org/officeDocument/2006/relationships/notesSlide" Target="/ppt/notesSlides/notesSlide42.xml" Id="R8c22691da3f244a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8950219ce4bd5" /><Relationship Type="http://schemas.openxmlformats.org/officeDocument/2006/relationships/notesSlide" Target="/ppt/notesSlides/notesSlide43.xml" Id="Rc2386dd12ae442d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53bccf9584c6c" /><Relationship Type="http://schemas.openxmlformats.org/officeDocument/2006/relationships/notesSlide" Target="/ppt/notesSlides/notesSlide44.xml" Id="R5a71b3991a174e1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e92ca3bcd4170" /><Relationship Type="http://schemas.openxmlformats.org/officeDocument/2006/relationships/notesSlide" Target="/ppt/notesSlides/notesSlide45.xml" Id="R0d863e94e74d40f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45ebf60c14e69" /><Relationship Type="http://schemas.openxmlformats.org/officeDocument/2006/relationships/image" Target="/ppt/media/image15.jpeg" Id="R36cc85d79cbe4832" /><Relationship Type="http://schemas.openxmlformats.org/officeDocument/2006/relationships/notesSlide" Target="/ppt/notesSlides/notesSlide46.xml" Id="Rda65939ab399458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135eb41b14e75" /><Relationship Type="http://schemas.openxmlformats.org/officeDocument/2006/relationships/notesSlide" Target="/ppt/notesSlides/notesSlide47.xml" Id="R58da1eeba6fc4b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6AE53-8651-4D78-8BDC-FC6E92ED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C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378C2-5652-4C4A-AB4C-9D4DAAE7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7250"/>
            <a:ext cx="3857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PainEngine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Практический туториал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076E4-1268-4B91-AFDB-F50D3873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FE0E5"/>
                </a:solidFill>
                <a:latin typeface="Arial"/>
                <a:ea typeface="Arial"/>
                <a:cs typeface="Arial"/>
              </a:rPr>
              <a:t>Редактор, игровой UI</a:t>
            </a:r>
          </a:p>
          <a:p xmlns:a="http://schemas.openxmlformats.org/drawingml/2006/main">
            <a: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FE0E5"/>
                </a:solidFill>
                <a:latin typeface="Arial"/>
                <a:ea typeface="Arial"/>
                <a:cs typeface="Arial"/>
              </a:rPr>
              <a:t>и рабочие примеры C++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44559-97CB-43F1-9CA5-03C257CFEC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b2d752faa4bb9"/>
          <a:stretch xmlns:a="http://schemas.openxmlformats.org/drawingml/2006/main"/>
        </p:blipFill>
        <p:spPr>
          <a:xfrm xmlns:a="http://schemas.openxmlformats.org/drawingml/2006/main">
            <a:off x="4857750" y="1294419"/>
            <a:ext cx="6953250" cy="40786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0F8D4-4D4E-4147-94F4-E6FC1DAF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6C5D1"/>
                </a:solidFill>
                <a:latin typeface="Arial"/>
                <a:ea typeface="Arial"/>
                <a:cs typeface="Arial"/>
              </a:rPr>
              <a:t>2026.10.31.3  /  31.10.2026</a:t>
            </a:r>
          </a:p>
        </p:txBody>
      </p:sp>
    </p:spTree>
    <p:extLst>
      <p:ext uri="{BB962C8B-B14F-4D97-AF65-F5344CB8AC3E}">
        <p14:creationId xmlns:p14="http://schemas.microsoft.com/office/powerpoint/2010/main" val="707225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59374-D579-436A-BA74-5F25CBFB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1ADCE-C0E8-4132-B641-A1DC016C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Первый проект в лаунчере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8D11B-C880-4209-8A2F-D70CE394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969A3-CCC7-42C7-92B4-496268918C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7aef99b14468b"/>
          <a:stretch xmlns:a="http://schemas.openxmlformats.org/drawingml/2006/main"/>
        </p:blipFill>
        <p:spPr>
          <a:xfrm xmlns:a="http://schemas.openxmlformats.org/drawingml/2006/main">
            <a:off x="4305300" y="1618205"/>
            <a:ext cx="7429500" cy="410736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E69AE-DE61-438D-9C63-0691433A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Создать проект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55FF9-0483-48DB-9BF1-39391423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папку и название. C++ можно включить сразу или использовать шаблон без кода.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A36C4-7C61-447F-8D9E-CE1B891B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Редактировать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6D434-6C18-4661-A9D7-EDABCE6A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созданный проект в списке лаунчера и откройте редактор.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0E44F-8460-4DA6-B49F-ACAA5C49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Флажок C++ создаёт исходники, включая RotatingCube. Нужны Visual Studio C++ tools и Windows SDK.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9CCEB-EB33-46AE-B282-B1F8124B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8243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10BE0-D6BA-49E7-9AA4-9B1455E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DA760-F6C0-4D69-962C-1128F979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Окно редактора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FB471-8C65-4049-A93A-5E38A607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A3417-2826-4A81-A054-D98131B4BE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b2c60adbd40db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9F2A4-854C-4682-A426-E0C80827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Слева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FA571-5118-4D89-90FD-6764AAC0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Каталог типов и объекты сцены. Выберите куб в дереве.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8C027-CA87-4306-8FB6-886CD13D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Справа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2ED9F-3958-44B5-BAAA-403B643F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Сворачиваемые разделы и поля выбранного объекта.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6E8BA-239C-4CED-B480-9685B772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Снизу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FCFAB-5DEC-41AE-9C1E-81CF2270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Ресурсы и код; рядом вкладка Console. Высоту можно менять.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D807B-7E8D-4327-8114-3E5D2701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51218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6F230-6257-44B2-98F9-92DB94A6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7DD82-9129-416F-BE3E-071A8D6C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Панель контента: высота и положение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90AFA-B846-44BC-90DD-373E7EDD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BE947-3E84-411D-879B-56586395A9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f011547b444cb"/>
          <a:stretch xmlns:a="http://schemas.openxmlformats.org/drawingml/2006/main"/>
        </p:blipFill>
        <p:spPr>
          <a:xfrm xmlns:a="http://schemas.openxmlformats.org/drawingml/2006/main">
            <a:off x="4305300" y="2528888"/>
            <a:ext cx="7429500" cy="2286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0C51E-1BAB-4E50-9361-B407A2BF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Изменить высоту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6E21C-8B8B-48B9-B6B5-81F30BB5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Тяните широкую серую границу над «Ресурсы и код».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4E44D-738C-4720-A58E-A10B1659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Переместить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3E41C-7D14-43B4-A3D4-38474CA7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Тяните заголовок или нижнюю вкладку панели.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7FCF4-FF73-4AB2-915D-D6435783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Запомнить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89505-2549-4D57-B49C-F9D6E5E1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Раскладка сохраняется отдельно для каждого проекта.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1DC19-0DC4-4842-9B00-96B7E140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Граница меняет размер; заголовок и вкладка меняют место панели.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07851-0C7A-4C51-9542-C9BE8891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3651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B9454-6D7C-4A2F-9471-66BD452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A52A1-CDAD-4275-8A9C-3BC96F5E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Вернуть удобную раскладку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DCC2A-3A8C-48CC-B842-3BC8EB1E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3EBE2-2F2E-48D9-8ED6-835A2DE32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6d4d3e6104e1b"/>
          <a:stretch xmlns:a="http://schemas.openxmlformats.org/drawingml/2006/main"/>
        </p:blipFill>
        <p:spPr>
          <a:xfrm xmlns:a="http://schemas.openxmlformats.org/drawingml/2006/main">
            <a:off x="4439983" y="1409700"/>
            <a:ext cx="7160135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01A63-2D62-4A6D-93C9-90B74B27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Компактная панель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1AC0E-2949-41BA-B07A-5A14F0A9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Вид → Ресурсы: компактная панель. Освобождает место сцене.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72BD9-2AF2-44B4-9CC6-D4116C5A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Отдельное окно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39889-BF7E-468F-97A2-9593520D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Вид → Ресурсы: отдельное окно. Панель можно вынести.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9F8D9-B7AB-48F3-82E8-E2C096AF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Начать заново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7FC9F-F218-4B96-8997-2F2BDEA4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Вид → Сбросить расположение панелей. Возвращает исходную схему.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33070-8035-4014-8522-35E2A85A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Закрытую панель включите снова в меню «Вид».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BCB8A-01DD-45B3-96D2-C7BD1B5C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8812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EF00C-4BFD-4DD7-A84A-33C93B0A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15C91-2C46-40CF-8BF1-6D3D96B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Камера и выделение в 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49C7F-0D4F-4DF5-869A-B6DC1739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0AEFD-529B-4344-97F6-06F4BA408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2d718d2994728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66641-C5DD-4CED-A1B9-E0E88042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67A3C-EC65-4295-829C-25D034A7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WASD; E / Q вверх и вниз. ПКМ + мышь для обзора, Shift для ускорения.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AA9F3-3D88-482E-BDED-0228F328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Выделение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D0268-F25A-472F-BE62-1DDA0F03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ЛКМ — выбор; Tab — перебор; F — фокус; Esc — снять выбор.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28012-34C4-476C-AD44-53A08BF8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Перемещение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BBA6A-5DC3-4659-9369-8C090FF3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Стрелки и Page Up / Page Down. Точные значения вводятся в свойствах.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9ABAB-B95A-4D59-B505-D43A4DE0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Сначала щёлкните viewport. При вводе в текстовое поле горячие клавиши сцены не действуют.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AC6FC-BE55-421E-B8CC-66262E77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6370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7B330-EF67-43FF-9339-D3E473EB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BC7B8-137B-4A08-AD4D-5D85EA88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Несколько объектов и привязки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57FCC-189D-44A8-A805-0A7B8465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Выбрать группу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4459B-D383-4F35-BEF2-64E4312C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Ctrl / Shift + щелчок в дереве или viewport. Трансформации применяются ко всей группе.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EE161-DD3C-46EB-B745-27481B7D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Переместить точно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C0A2C-3882-438B-8ACF-C72CB6ED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Задайте шаг перемещения и угол на верхней панели. Ноль отключает привязку.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2C1DB-0A07-41AC-9088-1E73F54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Отменить целиком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924F7-A8B2-4298-BB19-B6F8585D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Ctrl+D, удаление и перетаскивание работают как одна операция Undo.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B845D-2BDE-4427-B981-E5BA4C9E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Остальные свойства относятся к активному объекту. Нужна актуальная DLL проекта.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202D5-16D3-4793-AD58-C3B2C6EF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425678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18DE4-7582-436E-8CDD-C73C7E16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68868-F682-4A80-9D8D-73E14A3E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Импорт модели и текстуры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E253B-D103-495C-B3B9-A65DD6D3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4DB45-6909-414D-896D-0DD027334F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66da516504c95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7BEC8-182F-4E25-A871-0E8EC71C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Импорт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85FBF-F02C-4084-8187-B5F1E77B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Сцена → Ресурсы → Импорт модели… или Импорт текстуры…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E8F4B-8D48-4B0B-82E6-8ED64159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Добавление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34100-D0BB-4E48-86E0-53BDB393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Дважды щёлкните модель в Content/Models, чтобы добавить её в сцену.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5C5C0-733E-4EB3-8608-C9C87E53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Назначение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61B3A-09EC-4E35-9CC9-11DBDE8E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Для отдельной текстуры: выберите объект и нажмите «Выбрать текстуру…».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197AE-F46D-4DCB-A3F8-363B5E68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Модели: GLB, glTF, OBJ, FBX, BLEND. Изображения: PNG, JPG, BMP, TGA.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259DB-2AF9-447B-9049-9D1B1ED6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29241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4E2A5-807B-424A-9EA0-D9171A38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6EAFC-E5C0-4CE0-8F0B-DCD9D8D6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FBX / BLEND: модель сразу с материалом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955FB-F9B4-4AA8-9A94-8CF964AD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C5326-1BDA-4E39-8203-6B2BC4AD8B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7d6885051405f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900D7-C114-41EF-AEED-197B5281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Что создаётся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A5157-081F-4994-B4F6-E935DD78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Модель, папки Materials и Textures, файл .import.json.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F7489-8170-43CF-AE70-5BB35224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При добавлении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3C56C-0C36-471A-B84E-4C56EF45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Материал назначится сам. BaseMap — текстура, Tint — базовый цвет.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8F3E3-6C2F-42E3-821C-4AEC0446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Blender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03BCE-6C1E-4476-9D4D-538A77F1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Blender 4.2+. Переносится Image Texture из Base Color.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C8E2F-A579-4FAC-853E-6022421F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Базовый opaque-материал и UV0. Normal, roughness, metallic и сложный граф узлов не переносятся.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CBECF-0EB9-43F2-B5D0-C5E627B3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11500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4E1B4-AB89-4D71-B554-92480AB3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EF2BF-93B9-4794-8CA3-42788805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Обновить ресурс, сохранив сцену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D6F8E-B05F-4E55-85D9-B0F8F577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Переимпортировать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EFD38-5F76-463E-ADD7-96291161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ПКМ по модели или текстуре → Переимпортировать… Укажите исходный файл.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55D76-1991-4782-A049-A476AA13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Перенести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02C76-FA36-47C4-B578-728728BE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ПКМ → Переместить / переименовать… Задайте новый путь внутри Content.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E6CB0-C5D4-4F6A-AF98-9AC222EB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Проверить и сохранить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3CFB2-F8E6-4660-AF78-F7C689F5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Посмотрите сцену и сохраните её. История Undo очищается; файлы остаются в резервной копии.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A98C4-8872-4566-A73D-379ECFFF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Модель переносится всей папкой; имя главного файла сохраняется. Операции доступны в Edit.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3FE6C-829C-4010-8C03-35B46811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3830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B22BF-90FF-4C1E-9960-01CE9BC7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BF71B-18BC-40BC-AEFB-649801C7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Редактор материала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DBA36-93A9-4F88-9A21-C19C0189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403A0-B1B2-4BEC-B447-1E21014BF1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69fc341e84c5b"/>
          <a:stretch xmlns:a="http://schemas.openxmlformats.org/drawingml/2006/main"/>
        </p:blipFill>
        <p:spPr>
          <a:xfrm xmlns:a="http://schemas.openxmlformats.org/drawingml/2006/main">
            <a:off x="4586781" y="1409700"/>
            <a:ext cx="6866539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58EC9-F79C-45FB-B0A3-A095D239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Открыть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2EA91-1685-4FF9-8DF9-201DF035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Свойства → Материал → Редактировать или двойной щелчок по .mat.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3A346-A403-48A4-B735-95F29E6C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Настроить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AF9D1-6B83-4E86-B42C-F00CD32D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Слева — превью, Tint и BaseMap. Справа — код HLSL поверхности.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807BE-C405-48BA-948D-34409798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Сохранить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9E6FE-5817-4FF0-89EE-E1699341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Параметры видны сразу. Ctrl+S в этом окне сохраняет .mat и применяет HLSL.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B93D1-681C-4E58-9D8F-DFB48EDE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Ctrl+S основного окна сохраняет сцену. F6 перечитывает материалы после внешних изменений.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B7901-CB13-4C31-9E2B-466060C9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266037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1F4ED-FD35-49CF-8D12-8F5117EC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5816C-AC17-4EEA-B039-64775575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Направленный свет и тени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17CA9-48DD-4F7E-8BBF-46E205B6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A347E-DB61-42E4-8E48-7441AFF8C5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65a8ca21f4a37"/>
          <a:stretch xmlns:a="http://schemas.openxmlformats.org/drawingml/2006/main"/>
        </p:blipFill>
        <p:spPr>
          <a:xfrm xmlns:a="http://schemas.openxmlformats.org/drawingml/2006/main">
            <a:off x="4305300" y="1582341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DAE8C-7203-4671-AD3E-7293E2BA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Выбрать или добавить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AD553-09CC-4179-8E9A-E91C8332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Сцена → Направленный свет. В сцене может быть один такой источник.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A13AD-0DD9-428E-99CF-ABEF9A41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Повернуть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02825-B78D-493F-96B4-0B5F9A7E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Поверните источник в трансформации. Позиция и масштаб не меняют свет.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A9671-FA9A-4C4B-9D36-8D1088CD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Настроить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BD3A0-2337-46F5-8BB4-3524D28B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Задайте цвет, интенсивность, флажок и дальность теней.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43048-8B15-4E5D-804D-3019D1C7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Снимок показывает реальные панели. D3D-изображение viewport в этот захват не попало.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1D78A-07B7-4A66-AF0A-BEE9185B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161455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F9A29-B707-44E1-AB97-C15EE7B1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96DE3-6875-49D8-805C-7E9351FC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Точечный свет, частицы и небо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8A87D-93B2-4BD8-96F2-D89AD6A5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627F1-A0DD-4664-9C83-3816680A62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2662aaafd4098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46142-7E0D-4A2B-8AC6-358848DD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Точечный свет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9950A-E2CB-419C-908A-177294EB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точечный источник. Настройте цвет, интенсивность и радиус.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6DDC3-7FDF-46C1-B04C-DE3C96EA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Частицы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7CCDB-5EB1-44AF-A4A9-600A27E0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 категории «Частицы» выберите искры или дым.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C3C85-94BB-47BE-BCEE-A6B7E5E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Небо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8D77E-CC06-48C6-BE13-55ED609F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Категория «Окружение» → «Базовое небо».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0F646-5297-4D89-A4FB-860FA14C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Параметры выбранного типа находятся ниже трансформации в правой панели.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8FBCE-71A2-401D-8C3D-DE1EE7A6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349099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857A3-3F15-43F7-995C-D117B67C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68728-D0BC-4634-9C74-E2C21426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Стандартный персонаж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7DA34-CDBF-4048-AF33-B753BB40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CFF95-EDD5-46A6-A968-B8AC1806C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c2920ff8c4167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523C1-ABA8-477C-811A-3724FB16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Добавление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88BC7-B4CF-47DA-A5C6-36364F9B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Категория «Персонажи» → «Персонаж» → «Добавить объект».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187DE-2918-4B55-A87C-48AA181A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Управление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AB4DD-BB86-45F8-BD64-DF5CEBA8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Назначьте персонажа в настройках 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99950-7323-45B5-9A5F-B9C32DAF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43909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F060E-5193-4EBD-9954-D5293AE3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868BC-251E-4108-BCB4-AD489B3E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Назначение для 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F8E65-F5B4-445B-8403-FAE3039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AD838-A692-4575-B688-C7B503708F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141f766784214"/>
          <a:stretch xmlns:a="http://schemas.openxmlformats.org/drawingml/2006/main"/>
        </p:blipFill>
        <p:spPr>
          <a:xfrm xmlns:a="http://schemas.openxmlformats.org/drawingml/2006/main">
            <a:off x="5382036" y="1409700"/>
            <a:ext cx="5276028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C1930-BFEA-455A-8BBD-5E23175A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Персонаж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04994-00EB-4B0B-B20E-60376727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объект сцены в первом поле.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387C3-BFBD-4C82-BE27-46349DC0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007F9-8951-457F-AA97-B6036D80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«Следовать за персонажем» или отдельная «Камера Play».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5D98E-6A20-4E8D-9D2E-D083BEFE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Ввод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C9257-CC91-4E57-B9C6-927C3363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Включите WASD и обзор с ПКМ. Затем щёлкните viewport в Play.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59819-F384-45C6-B724-C0484523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Запуск → Настроить Play…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78FFD-48F3-42C9-9D66-54CCE09C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009042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A49F2-C84D-4C7E-8DE3-1CAF47E7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871D7-8672-4B31-879E-50925901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Edit, Play, Pause и 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F9662-6F69-4223-B21A-9A84F58B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AFF1A-3F1C-4EF3-BAE7-9679E1A5F0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11fb59c424bcf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FD0EB-026D-4B1D-A194-97402F51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Play /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6CBD8-A20D-49C2-AE53-BF9A6A2B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Play запускает копию сцены. Pause / Resume — пауза и продолжение.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D652E-8516-4865-90C1-AFBDFDDE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A4D6A-6ED7-4BF2-8F3B-8DA7816C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Возвращает рабочую сцену и камеру Edit.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83430-F618-4E86-9072-238B02A7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Отдельное окно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E8FF5-3448-40C8-8E4C-F244078C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Отдельный запуск использует сохранённые файлы проекта.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F02D6-9C43-4EDE-8EFA-3D2829C9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В viewport: Space — Play / Stop, P — Pause / Resume.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94E0F-4B50-49E1-AFE2-3049CE03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79317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0AF2F-9222-4012-A21F-99E17C6D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DC1A2-BF30-4897-AB5C-8AA6576B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Сохранение и структура проекта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8E85C-2D03-4393-AF12-714951A3D3C1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Файл / папка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Project.json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Пути к модулю, Content и стартовой сцене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Engine.lock.json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Закреплённая версия и конфигурация движка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Content/Scenes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Сцены с объектами, трансформациями и настройками Play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Content/Models, Textures, Materials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Модели, изображения, файлы .mat и .hlsl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Source и Build.ps1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Код и запуск сборки C++ проекта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Binaries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Собранные версии DLL проекта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A30E1-2E42-46A6-AB02-2C6978DD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Ctrl+S сохраняет сцену. Стартовая сцена назначается отдельно: Сцена → Сделать стартовой сценой.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D3D0D-07D3-4464-A640-90511DB1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466317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A9E5B-B236-4D34-BC46-E8712500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AABE7-055F-4F0A-93FD-45ACFB4F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Восстановление и передача игры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45BC7-CC17-4596-AD6C-BB20E1CF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После сбоя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2523B-328E-4DA2-A5A5-B7C97478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При открытии восстановите предложенную копию сцены. Затем сохраните её через «Сохранить как…».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D9DFF-7E06-4D32-965D-6BAAEC54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Перед экспортом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112E7-9E98-4F4D-BDCD-147F292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Назначьте стартовую сцену и сохраните материалы. Выберите «Экспорт игры…».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7311E-AA27-450D-B6B2-534CD734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Передать папку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5F644-B410-4F4B-B153-9EF0010F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Укажите новую папку вне проекта. Запуск у получателя — через Start.cmd.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E9F0C-1573-42DA-B873-9941BF70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Снимок сцены создаётся каждые 30 секунд. Экспорт доступен из Release-редактора.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53BA1-6952-41A9-AC62-0E934E8D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67274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3D247-95BB-4B77-8940-E30DB627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A8CEF-5732-4144-AA6A-370C64E8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Подключить HUD без C++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B971B-3309-468A-B35E-8BF2BB6F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28531-AF6E-452F-9360-61C912D1BD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49a55cd144305"/>
          <a:stretch xmlns:a="http://schemas.openxmlformats.org/drawingml/2006/main"/>
        </p:blipFill>
        <p:spPr>
          <a:xfrm xmlns:a="http://schemas.openxmlformats.org/drawingml/2006/main">
            <a:off x="4305300" y="2212521"/>
            <a:ext cx="7429500" cy="291873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171E6-0CD3-43EE-B96E-4909E0D8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Настройки игры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FC589-80B1-4F01-A580-A036819A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Откройте «Запуск → HUD игры…». Начальное значение — «Нет».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D04C4-239C-4529-A301-F5AFCDF1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Выберите интерфейс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1FD90-9076-4FE5-AA0D-8FEAE602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.ui или создайте новый. Подтвердите выбор кнопкой OK.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71E0C-610D-4294-AF66-A79AFFC1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Запустите 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8CCFC-3EEB-42B3-B1F3-02298FCE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HUD появится в игре. После Stop игровая копия удалится.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AE5D6-3DE3-44D2-AD24-8DA254A5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Выбор относится ко всему проекту и сохраняется между запусками редактора.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A3E87-5242-409B-80D1-F1F3427E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528162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F0169-A60E-4DDD-8B5C-EBCE903D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3A56A-6568-4901-B515-31A60A2C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Минимальный редактор интерфейса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A758E-B74A-4623-89B1-05D3614B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BB8AD-5FFB-4E07-A89F-E218BF1859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0310fb1b642ab"/>
          <a:stretch xmlns:a="http://schemas.openxmlformats.org/drawingml/2006/main"/>
        </p:blipFill>
        <p:spPr>
          <a:xfrm xmlns:a="http://schemas.openxmlformats.org/drawingml/2006/main">
            <a:off x="4448175" y="1409700"/>
            <a:ext cx="7143750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4B33F-FE48-40C9-9EB1-43573906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Откройте файл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82E23-A809-494A-8D4C-282E1855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Откройте .ui двойным щелчком в Content или через меню UI.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C54E5-DCD7-4D9F-B5BC-CABF0189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Соберите иерархию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5729D-43AC-4E12-867A-81B52A50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Добавьте Panel, Label, Button и Bar. Перемещайте элементы мышью.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C87CA-74BF-45B4-B86C-5EE2F949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Настройте вид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9E238-88A7-4D9B-9D9F-2B446C29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 инспекторе меняйте текст, размеры, привязку, цвет и прозрачность.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F24DA-24A8-4EA5-A319-27025685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Холст работает без Play. Игра и предпросмотр используют одни правила вёрстки.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C4786-F031-4986-A331-2C9CDA05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378557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13501-F522-4E3D-91D4-93E2CA52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AEAC8-A219-4226-A7A3-F4427323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Проверка HUD в 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DFB30-399D-432F-B37C-72BEDD67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Сохраните и запустите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41EBF-E34A-4FDC-A55A-9AAF8685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Нажмите «Сохранить» в редакторе UI. Выберите этот HUD и запустите Play.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2D92C-88F3-491C-8D16-9D7469C4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Измените внешний вид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F3796-27D9-49AA-992B-AF8B9986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Поменяйте цвет или положение, сохраните .ui и вернитесь в игровой viewport.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3E2CE-5545-4842-B7CF-BAD25353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Проверьте отключение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09636-A0CA-47AE-BDD7-F5E3AE7E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Остановите игру, выберите «Нет» в настройках HUD и снова запустите 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B6B16-46E0-48B2-ACE6-336A9CB2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Сохранение разметки не требует сборки C++. Действия кнопок задаются кодом игры.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E561C-0719-4774-BC3C-6AB46854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761505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1EF84-7ADF-4B46-A7AC-0C3E319B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6F6B8-AAA0-48B4-9B87-65C5CB39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Граница между редактором и C++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C1950-90D0-47B4-9A3E-C14D3B9230E0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810000"/>
                <a:gridCol w="4591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Без кода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Через SDK / C++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Сцена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Модели, свет, материалы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Свои компоненты и данные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Персонаж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Выбор для Play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Свой Character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Камера Play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Слежение, камера сцены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Свой UpdateCamera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Управление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WASD и ПКМ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Действия и обработчики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Свойства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Значения полей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Описание полей в C++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Игровой HUD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Выбор и редактор .ui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Данные и действия кнопок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C982B-815C-4017-9EE1-40CEA0A7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Контроллер создаётся игрой и не является отдельным добавляемым объектом сцены.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1E542-7D89-49E6-96E3-716DC728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456054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E8CD4-9C22-431C-802F-410244C3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B8BA0-5E58-4BBC-848B-BCC385CB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Создание C++ класса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6F744-8482-4F20-A7E4-8CDE7A59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13A08-4DA7-4A68-98C7-D764B064F3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f2cd25dc1435b"/>
          <a:stretch xmlns:a="http://schemas.openxmlformats.org/drawingml/2006/main"/>
        </p:blipFill>
        <p:spPr>
          <a:xfrm xmlns:a="http://schemas.openxmlformats.org/drawingml/2006/main">
            <a:off x="4305300" y="1437750"/>
            <a:ext cx="7429500" cy="446827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38AFB-B18A-412A-85D6-890C498E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Мастер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A317E-C208-4516-B505-9292B2FF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Проект → C++ → Добавить C++ класс… Выберите родителя и задайте имя.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36C39-98D3-43DD-A3AF-39E2D4F0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Исходники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90DF8-EF1C-4DB7-82BD-F4F1C375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Мастер создаёт Source/Имя.h и Source/Имя.cpp.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5E7CE-AC05-4331-90D8-2983D91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Сборка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385AA-B0D9-48F6-91FD-931E7DBD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Ctrl+Alt+R — сборка и Hot Reload. Выполняйте в Edit.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7F541-32CD-4D30-B7A0-E0EC3896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Для имени класса: латиница, цифры и _. Начинайте с буквы или _.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83985-8939-4184-9C62-4680044A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908636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82C19-16CD-46C3-A384-AE81FF64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327BB-F11D-48B0-A944-AD3611F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Базовый C++ проект: вращающийся куб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E1217-5D1C-4B9C-8F63-86F38546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9D272-AFF3-4734-826C-553CCEBE4E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c080bb0b84c02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69120-490A-4DE0-90DC-E5F4210A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Готовый пример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0CD96-9FD3-4433-9A80-69E8D023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RotatingCube.h/.cpp создаются вместе с C++ проектом.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AA5A8-F682-40CB-80BE-9DC97BCB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Запуск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F72FB-D88B-428E-B4FB-49D8F27D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ProjectGame добавляет куб при Play или отдельном запуске.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EEF84-8DB9-4CDF-B725-E2E2BB93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 Edit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8F49C-2868-46E3-A104-CF0D71C7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«Классы проекта» → RotatingCube и добавьте объект.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1D377-CF16-4BB5-9CD4-687E3843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По умолчанию 90°/с; новый шаблон даёт поля Speed и Enabled в Behavior → Rotation.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53079-5797-4D91-A613-6278618E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388732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14E13-3819-4364-832B-237AC594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3C5FA-B12F-402B-890C-817A3942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RotatingCube: минимальный класс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3A6A3-4063-4827-BBEC-3953980E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D25A8-FC79-4DD7-9BE7-4EF4A2BF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Source/RotatingCube.h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#pragma once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&lt;Engine/Components/ComponentAnnotations.h&gt;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&lt;Engine/Components/SpecificComponents/CubeComponent.h&gt;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ENGINE_COMPONENT("RotatingCube")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RotatingCube : public CubeComponent {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RotatingCube();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Tick(float deltaTime) override;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Source/RotatingCube.cpp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RotatingCube::RotatingCube() {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InitCube();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SetColor({1.0f, 0.65f, 0.2f, 1.0f});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27A87-57F3-4AEE-B3E2-841226CA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ENGINE_COMPONENT добавляет класс в каталог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InitCube создаёт геометрию.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Конструктор задаёт исходный вид.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35938-A7F4-455D-AAB7-3279FC7E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747813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44D0D-D883-46ED-BBA9-5FD9585F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E83FA-5569-4BDE-961F-2C428D84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Вращение на месте в Tick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5ACC6-BAB2-4A9B-AAA7-27427F4D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24C68-52BD-48D2-B926-A9E46470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&lt;cmath&gt;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void RotatingCube::Tick(float deltaTime)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CubeComponent::Tick(deltaTime);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auto rotation = GetRotation();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rotation.y = std::fmod(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rotation.y + 90.0f * deltaTime, 360.0f);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SetRotation(rotation);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55450-F65F-46A8-895A-D2F4586A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SetRotation принимает градусы.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deltaTime — время шага в секундах.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Позицию не меняем, поэтому куб вращается на месте.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FB8A8-B44C-4044-9AA5-503EF0D4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В ProjectGame: SetSimulationTimeScale(1.0f). Полный оборот — четыре секунды.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8260E-B02D-4409-950E-EDA5C8E6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676223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CFDF5-6D83-429E-B388-EBF4BEA0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6AF95-24DD-45AA-93F1-C4614C65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Практика: два куба, один класс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3E031-6E34-4D43-9D78-CF20E6D2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1945E-B854-4DE6-95F2-4F42EC400B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bcb2fc3a04378"/>
          <a:stretch xmlns:a="http://schemas.openxmlformats.org/drawingml/2006/main"/>
        </p:blipFill>
        <p:spPr>
          <a:xfrm xmlns:a="http://schemas.openxmlformats.org/drawingml/2006/main">
            <a:off x="5826414" y="1409700"/>
            <a:ext cx="4387273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32D54-D925-45B2-9995-AC7E9BE0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Открыть проект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578EF-237C-4261-AB32-4B97FAB3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Папка «Туториал-Свойства» → «Открыть редактор.cmd».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29BF3-3621-4ED8-ACC0-8EC6D460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Найти поля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BF33E-3131-462C-A9D7-B10AA432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«Медленный куб…». Раскройте «Свойства туториала».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C2BEC-1C73-4F9F-B1BE-AE60EA4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Изменить скорость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C4A05-350F-49D5-BACF-523C9461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 разделе «Вращение»: 45 → 360, Enter. Play покажет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BDB8A-3897-46FA-A219-4F1CB4F9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Готовый проект: O:/Engine/Проекты/Туториал-Свойства. Каждый куб хранит свои значения.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52887-01BB-4156-8679-04EFB054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399312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A4DA1-22BB-4B70-91EC-99C58B03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9BE04-E5E2-40A2-9031-E7B98BDC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Проверьте пользовательские свойства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1AAE7-CECF-40BB-98A5-2032FAF529CD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Действие в Edit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Ожидаемый результат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Скорость: 45 → 360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 Play полный оборот за одну секунду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Скорость: отрицательное число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 следующем Play обратное направление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Снять «Вращение включено»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 Play выбранный куб стоит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Яркость куба: 1 → 0,2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Цвет меняется сразу, без Play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Отменить / Повторить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Возвращается прежнее / новое значение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и открыть сцену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Сохраняются отдельные настройки обоих кубов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8CF89-C6A7-4C92-BF4B-D5BA6AA1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После проверки нажмите Stop. Для изменения уже объявленного поля пересборка не нужна.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059CD-8B4F-45C9-9632-7F10DEF5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490285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997D2-391B-4A2D-BEB4-0F9D3AEF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9AD01-9027-49EC-A74B-88AAC7C7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Как поле появляется в инспекторе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A713F-CEFD-4A80-8895-A184D98A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47C4A-12B0-4187-BAC2-B8079718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RotatingCube.h: дополнительный интерфейс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&lt;Engine/Components/EditorProperties.h&gt;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RotatingCube : public CubeComponent,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         public EditorPropertyProvider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// Остальные объявления — в полном примере.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DescribeEditorProperties(): один элемент fields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{ "path": "/speed", "type": "number",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"label": "Скорость, °/с",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"group": "Свойства туториала/Вращение",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"min": -720, "max": 720, "step": 15,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"decimals": 1 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6CCE5-4ED7-4176-9492-EE45C23C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path связывает поле с ключом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group задаёт вложенные сворачиваемые разделы.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Схема возвращается строкой JSON: version: 1 и массив fields.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983FF-9AA0-45E3-8D99-FC65126B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Фрагменты сокращены. Полный класс: Game/PropertyTutorial/Source/RotatingCube.h/.cpp.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6B24B-BDEC-44F1-BD70-61348271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605491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49597-6689-419C-B920-FCACF685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02C4B-0676-4CAB-A8C7-4323FD3A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Своё поле: данные → вид → поведение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5C24F-1248-4175-8D8A-19F9E6FF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Хранить и сохранять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D7EE2-F16C-4C1D-A513-511101F6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Добавьте поле класса. SaveProjectData записывает его; LoadProjectData читает и проверяет значения.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657BD-40D6-4BB2-A028-C9883599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Описать интерфейс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FB9C5-B054-4B37-BB2A-562F666C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Добавьте элемент fields в DescribeEditorProperties: path, тип, название и группу.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8818F-F81F-4348-A1DA-E54E207F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Использовать значение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DFA2C-6C60-46D1-A2A7-2A76C6D1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 Tick меняйте поведение; в LoadProjectData — внешний вид. Затем соберите и проверьте Undo, Save и 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0485A-9259-41A3-9837-C04EDA61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В примере speed_ и enabled_ используются в Tick, brightness_ применяется к цвету сразу.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E3ADB-EF85-4D3B-A0B6-A5075FAE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516893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CAB53-A4D3-43E2-9277-08F1859B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94E16-0F4D-4E0C-A41F-9A2264B9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Создание объекта в мире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B4F87-EB4B-4D19-9D47-984B9106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0122E-D38C-48C3-9EED-634D7211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ProjectGame::AfterInitialize()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Game::AfterInitialize();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SetSimulationTimeScale(1.0f);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auto&amp; scene = GetScene();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std::unique_ptr&lt;GameComponent&gt; cube =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std::make_unique&lt;RotatingCube&gt;();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cube-&gt;SetPosition({2.0f, 1.0f, 0.0f});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scene.AddComponent(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"MyCube", cube, "RotatingCube");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(added.result != SceneResult::Ok &amp;&amp;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added.result != SceneResult::Deferred)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spawn cube");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FBAC2-4105-4F6B-B34C-E71111AB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Подключите RotatingCube.h и &lt;stdexcept&gt;.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Сцена получает владение объектом.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Имя должно быть уникальным. Во время обновления добавление может быть отложено.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970BE-BF31-4A31-B8E7-B2848E94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Полный ProjectGame.cpp дополнительно проверяет, что куб ещё не добавлен.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36A9D-87A9-4C01-8449-2169CD5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88908778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27D00-E2B4-41A9-B8F3-7D92DEF7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EE606-F2A4-4968-9A5D-D473FEA6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Импортированная модель из C++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58AF4-833C-4504-A15C-19416B39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899E0-18A2-4FC0-A844-FC2CA201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&lt;Engine/Scene/SceneAssets.h&gt;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Файл уже импортирован через редактор.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auto model = SceneAssets::CreateModel(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"/Game/Models/blend-packed/blend-packed.glb");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model-&gt;SetPosition({-2.0f, 0.0f, 0.0f});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game.GetScene().AddComponent(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"MyModel", model, SceneAssets::ModelType);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(added.result != SceneResult::Ok &amp;&amp;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added.result != SceneResult::Deferred)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spawn model");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C4BBA-A612-41F8-A133-705089AE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/Game — папка Content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CreateModel читает .import.json и назначает материал, созданный при импорте FBX/BLEND.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Подставьте путь вашей модели.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C1BF1-B9DE-42AF-92D4-DD07CBCA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Полная функция в ModelExample.h/.cpp: SpawnModel(game, "MyModel", путь_модели).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138E6-18C4-4076-97CA-C1E5B9A6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9442498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54993-B8AA-42A1-98F2-B382E60A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67A47-ED47-4433-B6CD-1AE60CDE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Материал и текстура из C++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33943-FB6B-4F7D-A7D4-35DDA55B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42CD1-B081-4374-BB01-3444441A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object — GameComponent&amp;, ресурс уже в Content.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std::string material = "/Game/Materials/Wood.mat";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SceneAssets::ValidateMaterial(material);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(!object.SetMaterialAsset(material))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std::runtime_error("Material unsupported");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Отдельная текстура объекта: материал сохраняется.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(!object.TrySetTexture("/Game/Textures/grid.png"))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set texture");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Убрать отдельную текстуру, оставив материал: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object.TrySetTexture("");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7235D-08A8-45F6-8EFE-37CA40E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BaseMap меняйте в редакторе материала.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Отдельная текстура объекта дополнительно умножает его цвет.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SetMaterialAsset назначает ссылку; шейдер компилируется при отрисовке.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0DA88-A1CA-4AAD-B6E0-2ED84AC8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Для новой геометрии используйте CreateModel. TrySetTexture меняет изображение, а не модель.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74574-4769-4EE6-8DA6-314CC022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04155280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A032D-290C-4EB1-AA49-82C706DB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8A4D5-2718-4E46-BE47-3301E1E0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Ввод: поля и жизненный цикл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082DD-28BE-4F7B-B3FA-0B477FDB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0546A-A8EB-4B75-BED7-79AAF241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#pragma once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Source/InputCube.h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&lt;Engine/InputDevice/InputActions.h&gt;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ENGINE_COMPONENT("InputCube")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InputCube : public RotatingCube {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BeginPlay() override;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Tick(float deltaTime) override;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private: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bool spinning_ = true;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unsigned nextCube_ = 1;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Input::Connection toggle_, spawn_;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Input::Scope inputScope_;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SpawnCube();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BE9B-E954-4763-AFFD-483FD284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BeginPlay вызывается перед первым игровым вводом и Tick.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Connection нужно хранить.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Scope объявлен последним из полей: он отключит обработчики до разрушения их состояния.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E55E2-E412-442B-A22D-1EE71BA6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Скопируйте InputCube.h/.cpp из примеров в Source и добавьте один InputCube в сцену после сборки.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D09ED-6554-4161-A0BC-2E8B38E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5252999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B217A-6A35-49BA-B0A5-F9420E20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F0574-2436-4886-BBF4-6E378F81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Клавиша R: остановить вращение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FD358-6EAF-447D-8223-4BD8C3A9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18102-72DD-479B-B6BD-38A50049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void InputCube::BeginPlay()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RotatingCube::BeginPlay();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auto&amp; input = GetGame()-&gt;GetInput();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input.Bind({"ToggleRotation",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Input::Context::Game, {Keys::R}});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toggle_ = input.Subscribe(inputScope_,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Input::Context::Game, "ToggleRotation",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Input::Phase::Pressed,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[this](const Input::Event&amp;)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spinning_ = !spinning_;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// Здесь же добавьте привязку N со следующего слайда.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E6B8A-0789-4A47-87E3-065017FD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R переключает вращение один раз на нажатие.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В Tick:</a:t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RotatingCube::Tick(</a:t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  spinning_ ? deltaTime : 0.0f);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После Play щёлкните viewport.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1C78C-8805-42CB-B8E1-032A53C4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Контекст Game получает ввод в сфокусированном viewport в Play; Pause и потеря фокуса сбрасывают действия.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3653C-CC1F-4F11-A50E-4661C18F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05537374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BD6F-28E9-4979-A7DE-65542685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D6DEE-F691-4A86-AD4A-7BDB45EA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Клавиша N: создать новый куб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96D44-E2D9-47F5-AAD9-E0CC0480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98AB8-43AC-4546-8E7A-B0FE3BA9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Продолжение InputCube::BeginPlay()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input.Bind({"SpawnCube",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Input::Context::Game, {Keys::N}});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spawn_ = input.Subscribe(inputScope_,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Input::Context::Game, "SpawnCube",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Input::Phase::Pressed,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[this](const Input::Event&amp;) { SpawnCube();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InputCube::SpawnCube()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std::unique_ptr&lt;GameComponent&gt; cube =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std::make_unique&lt;RotatingCube&gt;();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cube-&gt;SetPosition(GetLocalPosition() +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glm::vec3(2.0f * number, 0, 0));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scene.AddComponent(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name, cube, "RotatingCube");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B5C30-7D9B-4E0E-B5F5-C627EC62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SpawnCube получает GetGame()-&gt;GetScene().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number — счётчик, name — свободное имя SpawnedCubeN.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В полном файле проверяются имя и результат добавления.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B359A-D71C-445C-AE4A-76A0F074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Новый куб появляется в копии Play. После Stop он исчезает вместе с этой копией.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16867-A73D-4D42-9375-59142914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7883535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95008-776D-4BB6-A3CF-7981A373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96BC5-2C79-4839-BFAD-F312D4C9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Сочетания и переназначение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F811C-E1C1-4E70-B319-9107C0B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874E3-BB36-4E53-A73F-D9A57EEA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BeginPlay после привязки ToggleRotation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input.Unbind(Input::Context::Game, "ToggleRotation");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input.Bind({"ToggleRotation",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{Keys::Control, Keys::R}});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Две привязки одной оси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input.Bind({"MoveX",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{Keys::D}, 1});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input.Bind({"MoveX",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{Keys::A}, -1});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0CFCD-E620-4DFB-B44D-5ABFEBC0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Обработчик ToggleRotation остаётся прежним.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Ctrl + R — одновременное удержание клавиш.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Для MoveX подпишитесь на Phase::Axis и читайте e.value. A + D даёт ноль.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DFD71-33DF-40FF-9ABA-1E45ACA5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83268577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65809-C2AD-482C-B556-8A84BE2D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D291F-0DCC-4464-BFD8-068AB9C4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Своя схема управления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B24D4-EE24-45E5-8A7A-21A8D34C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23006-CED1-4097-8424-F47DAA93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MyController : public CharacterController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using CharacterController::CharacterController;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BindInput() override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game_.GetInput().Bind({"Go",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Input::Context::Game, {Keys::I}});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connections_.push_back(game_.GetInput().Subscribe(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inputScope_, Input::Context::Game, "Go",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Input::Phase::Axis,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[this](const Input::Event&amp; e)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    forward_ = e.value;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}));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EF1EA-9C00-46A6-83D4-AFD61C06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I задаёт движение вперёд и заменяет стандартные привязки.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Game выбирает контроллер в методе фабрики. Пример — в README.txt.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Для своей камеры переопределите UpdateCamera().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85E24-0246-44B7-8EF8-823FD763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Выберите MyGame: Проект → C++ → Типы C++ проекта…; персонажа назначьте в настройках Play.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C4CC9-A044-4F83-A783-77BF1294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58307789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0D28F-97EB-437A-9B11-F966AA4A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93EB2-D69E-4265-93D8-B87BE88E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Разметка и логика игрового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8D7B6-48F9-4D10-BBAD-DCFC27AC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Внешний вид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C768C-6BA1-41DC-A0E2-A2368C9C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Создайте интерфейс в редакторе UI или измените XML вручную.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9D627-6E6A-4D35-8049-C9524A10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Подключение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57F28-AB94-46D6-B958-53D506A2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Настройки проекта выбирают один HUD. Его создаёт движок при запуске игры.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6E4CE-11EA-4771-8B6B-2F892464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Поведение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4E149-FC73-43E1-B5A6-84E6221D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C++ обновляет показатели и назначает действия элементам по имени.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C6F82-B52C-4D32-AAD7-14022DF6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Визуальный редактор сохраняет тот же .ui, который читает игра.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A9412-231A-4C6E-9355-BBD32CB9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54294083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98473-678F-42A4-AFF9-DE1469E6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AE281-AAEF-4C9D-8B08-80D3A378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Разметка панели HUD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A28DC-682D-41B0-9249-6AF16665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93171-3FD7-4D02-9ACB-DBBE4EDC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&lt;UI&gt;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&lt;Panel name="stats" rect="16 16 280 144"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padding="12" color="#101820DD"&gt;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&lt;Label name="clicks" text="Нажатий: 0"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rect="0 0 240 22"/&gt;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&lt;Bar name="load" rect="0 32 240 12"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fill="0" fillColor="#35B8CFFF"/&gt;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&lt;Button name="add" rect="0 64 240 32"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text="Добавить"/&gt;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&lt;/Panel&gt;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&lt;/UI&gt;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F27F0-F3FF-4691-A7F3-F04844F6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Сохраните в Content/UI/Hud.ui, кодировка UTF-8.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name связывает элемент с C++.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padding задаёт отступ для дочерних элементов.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D636B-6735-4077-95B5-0C3A8930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Полный пример: папка UI в архиве исходников туториала.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57F58-13F5-47C1-8D2C-2D2A0BD9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2124370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F4E10-3319-41CC-8A51-93114FD8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42BF0-51CE-4BC6-AE30-3A5CECC4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Размеры и привязки UI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CA2E4-1E87-43F1-986E-00CF57CED3E0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Атрибут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работает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rect="x y width height"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Смещение и размер в пикселях внутри родителя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anchor="TopRight"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Отступ от правого верхнего края внутрь панели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anchor="BottomLeft"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Отступ снизу. Для текста задайте высоту явно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width / height = 0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Растянуть до края родительской области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padding="12"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Один отступ или четыре: слева, сверху, справа, снизу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color="#RRGGBBAA"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Цвет и прозрачность. #RRGGBB полностью непрозрачен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00070-654C-490A-A75D-F4D13C12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99671998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F9283-9004-4289-9B28-4C1D4D90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5759C-0268-4AA3-BF58-6CCC88F7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Действия выбранного HUD в C++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C7D3C-F976-4DA3-8AE1-E4D2125A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161D3-0978-4309-85BD-14FEAC1A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классе игры: bool hudBound_ = false;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unsigned clicks_ = 0;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void ProjectGame::PreUpdate(float dt) {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auto* hud = GetProjectHud();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if (!hud) return;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if (!hudBound_) {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hud-&gt;BindClick("add", [this] { ++clicks_; });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hudBound_ = true;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hud-&gt;SetLabelText("clicks",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"Нажатий: " + std::to_string(clicks_));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hud-&gt;SetBarFill("load", float(clicks_ % 11) / 10);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71EDF-B2D1-48C9-BA30-956D78E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Выберите .ui через настройки HUD.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Имена элементов: add, clicks, 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BindClick сохраняется при обновлении.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8BA11-A700-4668-A218-4C2C2A36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Подключите UIComponent.h. Для собственного класса игры объявите PreUpdate как override.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413A1-52C9-4917-9684-15D667EA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60654504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D23AA-95F2-4D00-804D-6F65B736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BBA01-6610-4427-B3B2-D04AA4C2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Горячее обновление без ручной перепривязки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9EA06-9B29-4726-8723-90055BCA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Назначьте по имени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59E22-5B18-4BC9-958A-A0F94C86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BindClick хранит действие в компоненте и назначает его новой кнопке после загрузки.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C233F-FF5C-403C-97F5-E0FD0607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Обновляйте значения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7F23E-DA83-42C6-B44D-C8540090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SetLabelText и SetBarFill сами находят текущий элемент. Отсутствующее имя безопасно.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F8910-6F12-4342-87D8-B8248181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Сохраняйте рабочий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25739-1280-462A-9BC9-30E864AB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При ошибке XML остаётся прежнее дерево. Исправьте файл и сохраните ещё раз.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47CD7-7B24-4902-B0DF-9DD1C2A3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Find и прямой OnClick остаются низкоуровневым API: их указатели не переживают замену дерева.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EC9B3-D363-461D-A8C4-3C152180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76653760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A301F-0809-44B0-B890-44EDF698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446DD-C23A-490A-89C6-FBA25FBC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Практика с HUD в Battle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551D5-ACD8-49F4-B32E-0BEDE679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Запустите Battle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25A3D-BE5A-4EF1-AD34-E0EBD17F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Запустите Battle с --hud: появятся время кадра, вызовы отрисовки, техника и уровни LOD.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0CC5D-546C-47E4-91B3-2237A3A0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Измените файл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03C42-C8BC-4963-A939-7794305E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Рядом с Battle.exe откройте GameContent/UI/Hud.ui. Измените color или rect и сохраните.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8913B-01A6-405E-A986-B67D988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Проверьте результат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D905A-A036-4D96-8DB9-69C14372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Раскладка обновится. Кнопка и F6 переключают раскраску LOD, F7 скрывает HUD.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AFB0B-5398-44F6-B911-D485A476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Постоянные правки сохраните также в Game/Battle/Content/UI/Hud.ui перед следующей сборкой.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66E0E-DCB1-4282-8F29-F190EF2B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8299475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E89FE-D229-477D-8523-F892DFBF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49CF4-60F8-40CE-883D-F3334E28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Если HUD не обновился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94137-A9B2-4185-9339-C66874B7DEEE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Симптом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проверить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Нет HUD при запуске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Выбор в «HUD игры», файл .ui и сообщение в логе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Старый вид после сохранения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Загруженную копию .ui и строку ошибки XML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 атрибута не видно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Неизвестный атрибут игнорируется с предупреждением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Кнопка без действия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Уникальное name и BindClick в коде игры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Камера реагирует на щелчок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interactive и использование игрового Input API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Символы пропали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Атлас содержит ASCII и русские буквы А-я, Ё и ё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D9975-6B4A-49F3-B0A2-BA42CE76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60565996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A4074-E428-4059-9B7D-28C789B1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23E7C-C83B-4BF9-B3EB-6DC58826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Обновление движка и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11997-E443-49E0-BE2B-2EB6D594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B8CF5-0854-44E8-9A9C-2346300C8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c85d79cbe4832"/>
          <a:stretch xmlns:a="http://schemas.openxmlformats.org/drawingml/2006/main"/>
        </p:blipFill>
        <p:spPr>
          <a:xfrm xmlns:a="http://schemas.openxmlformats.org/drawingml/2006/main">
            <a:off x="4799918" y="1409700"/>
            <a:ext cx="6440263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2C120-97D3-42B7-8321-F3DE1469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Обычный запуск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B0A21-FEC4-4522-90A4-529761AE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Нажмите «Играть» или «Редактировать» у старого проекта.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FBDDB-64A7-47F7-A691-0C6FCBDF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Предложение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B3DBF-4D00-4EA1-BC80-96DEBA83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Лаунчер покажет версии и предложит обновить копию проекта.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1C4A8-B45A-4D2D-868E-E771621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Выбор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99F43-E585-4952-9C5F-08E17A8B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Можно открыть исходник на прежней установленной версии или отменить.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70F93-3F42-4E4D-833D-D539FC3A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Обновление сохраняет исходную папку. Меню на снимке — ручной способ: «Обновить копию проекта…».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F61BF-7CA2-4DB0-9D3C-7A801382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5092211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7AB71-B8D4-4075-B05F-480D7932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872F9-4339-4517-BEB6-5BEBE79E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Частые вопросы при первом запуске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9F18C-B1F2-404F-9684-35C35F0A4BF4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Симптом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проверить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Персонаж не двигается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Play, фокус viewport, назначение и флажок управления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BLEND не импортируется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Blender 4.2+, доступные картинки или упакованные текстуры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Материал рисуется шахматкой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Ошибки HLSL, путь .mat; после исправления нажмите F6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Новый класс не виден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Успешная сборка, регистрация и Hot Reload в Edit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Ошибка сборки / загрузки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Console, CodeBuild.log и логи кандидата в Binaries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Пропала модель или текстура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Ресурс импортирован в Content и перенесён вместе с проектом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09CFF-6132-4A0A-9C3A-F22D3EAE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799561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2026-10-31T12:58:24.8260000Z</dcterms:created>
  <dcterms:modified xsi:type="dcterms:W3CDTF">2026-10-31T12:58:24.8260000Z</dcterms:modified>
</coreProperties>
</file>